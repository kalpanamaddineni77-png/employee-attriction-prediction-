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kinsoku lang="zh-CN" invalStChars="!%),.:;?]}¨·ˇˉ་―‖’”…‰∶、。〃々〉》」』】〕〗！＂＇％），．：；？］｀｜｝～￠" invalEndChars="([{·‘“〈《「『【〔〖（．［｛￡￥"/>
  <p:defaultTextStyle>
    <a:defPPr>
      <a:defRPr lang="zh-CN"/>
    </a:defPPr>
    <a:lvl1pPr marL="0" indent="0" algn="l" defTabSz="914400" eaLnBrk="1" fontAlgn="auto" latinLnBrk="0" hangingPunct="1">
      <a:buNone/>
      <a:defRPr sz="1800" kern="1200">
        <a:solidFill>
          <a:schemeClr val="tx1"/>
        </a:solidFill>
        <a:latin typeface="Droid Sans" charset="0"/>
        <a:ea typeface="宋体" charset="0"/>
        <a:cs typeface="Droid Sans" charset="0"/>
      </a:defRPr>
    </a:lvl1pPr>
    <a:lvl2pPr marL="457200" indent="0" algn="l" defTabSz="914400" eaLnBrk="1" fontAlgn="auto" latinLnBrk="0" hangingPunct="1">
      <a:buNone/>
      <a:defRPr sz="1800" kern="1200">
        <a:solidFill>
          <a:schemeClr val="tx1"/>
        </a:solidFill>
        <a:latin typeface="Droid Sans" charset="0"/>
        <a:ea typeface="宋体" charset="0"/>
        <a:cs typeface="Droid Sans" charset="0"/>
      </a:defRPr>
    </a:lvl2pPr>
    <a:lvl3pPr marL="914400" indent="0" algn="l" defTabSz="914400" eaLnBrk="1" fontAlgn="auto" latinLnBrk="0" hangingPunct="1">
      <a:buNone/>
      <a:defRPr sz="1800" kern="1200">
        <a:solidFill>
          <a:schemeClr val="tx1"/>
        </a:solidFill>
        <a:latin typeface="Droid Sans" charset="0"/>
        <a:ea typeface="宋体" charset="0"/>
        <a:cs typeface="Droid Sans" charset="0"/>
      </a:defRPr>
    </a:lvl3pPr>
    <a:lvl4pPr marL="1371600" indent="0" algn="l" defTabSz="914400" eaLnBrk="1" fontAlgn="auto" latinLnBrk="0" hangingPunct="1">
      <a:buNone/>
      <a:defRPr sz="1800" kern="1200">
        <a:solidFill>
          <a:schemeClr val="tx1"/>
        </a:solidFill>
        <a:latin typeface="Droid Sans" charset="0"/>
        <a:ea typeface="宋体" charset="0"/>
        <a:cs typeface="Droid Sans" charset="0"/>
      </a:defRPr>
    </a:lvl4pPr>
    <a:lvl5pPr marL="1828800" indent="0" algn="l" defTabSz="914400" eaLnBrk="1" fontAlgn="auto" latinLnBrk="0" hangingPunct="1">
      <a:buNone/>
      <a:defRPr sz="1800" kern="1200">
        <a:solidFill>
          <a:schemeClr val="tx1"/>
        </a:solidFill>
        <a:latin typeface="Droid Sans" charset="0"/>
        <a:ea typeface="宋体" charset="0"/>
        <a:cs typeface="Droid Sans" charset="0"/>
      </a:defRPr>
    </a:lvl5pPr>
    <a:lvl6pPr marL="2286000" indent="0" algn="l" defTabSz="914400" eaLnBrk="1" fontAlgn="auto" latinLnBrk="0" hangingPunct="1">
      <a:buNone/>
      <a:defRPr sz="1800" kern="1200">
        <a:solidFill>
          <a:schemeClr val="tx1"/>
        </a:solidFill>
        <a:latin typeface="Droid Sans" charset="0"/>
        <a:ea typeface="宋体" charset="0"/>
        <a:cs typeface="Droid Sans" charset="0"/>
      </a:defRPr>
    </a:lvl6pPr>
    <a:lvl7pPr marL="2743200" indent="0" algn="l" defTabSz="914400" eaLnBrk="1" fontAlgn="auto" latinLnBrk="0" hangingPunct="1">
      <a:buNone/>
      <a:defRPr sz="1800" kern="1200">
        <a:solidFill>
          <a:schemeClr val="tx1"/>
        </a:solidFill>
        <a:latin typeface="Droid Sans" charset="0"/>
        <a:ea typeface="宋体" charset="0"/>
        <a:cs typeface="Droid Sans" charset="0"/>
      </a:defRPr>
    </a:lvl7pPr>
    <a:lvl8pPr marL="3200400" indent="0" algn="l" defTabSz="914400" eaLnBrk="1" fontAlgn="auto" latinLnBrk="0" hangingPunct="1">
      <a:buNone/>
      <a:defRPr sz="1800" kern="1200">
        <a:solidFill>
          <a:schemeClr val="tx1"/>
        </a:solidFill>
        <a:latin typeface="Droid Sans" charset="0"/>
        <a:ea typeface="宋体" charset="0"/>
        <a:cs typeface="Droid Sans" charset="0"/>
      </a:defRPr>
    </a:lvl8pPr>
    <a:lvl9pPr marL="3200400" indent="0" algn="l" defTabSz="914400" eaLnBrk="1" fontAlgn="auto" latinLnBrk="0" hangingPunct="1">
      <a:buNone/>
      <a:defRPr sz="1800" kern="1200">
        <a:solidFill>
          <a:schemeClr val="tx1"/>
        </a:solidFill>
        <a:latin typeface="Droid Sans" charset="0"/>
        <a:ea typeface="宋体" charset="0"/>
        <a:cs typeface="Droid Sans" charset="0"/>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78232" autoAdjust="0"/>
  </p:normalViewPr>
  <p:slideViewPr>
    <p:cSldViewPr snapToGrid="0">
      <p:cViewPr varScale="1">
        <p:scale>
          <a:sx n="75" d="100"/>
          <a:sy n="75" d="100"/>
        </p:scale>
        <p:origin x="946" y="48"/>
      </p:cViewPr>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57" d="100"/>
          <a:sy n="57" d="100"/>
        </p:scale>
        <p:origin x="0" y="0"/>
      </p:cViewPr>
      <p:guideLst/>
    </p:cSldViewPr>
  </p:notesViewPr>
  <p:gridSpacing cx="72010" cy="7201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531AB1-CFFB-453D-9537-8CCDDE5E28CB}" type="datetimeFigureOut">
              <a:rPr lang="en-IN" smtClean="0"/>
              <a:t>16-08-2025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6223F3-8E97-4892-8C70-A8362EB93C0A}" type="slidenum">
              <a:rPr lang="en-IN" smtClean="0"/>
              <a:t>‹#›</a:t>
            </a:fld>
            <a:endParaRPr lang="en-IN"/>
          </a:p>
        </p:txBody>
      </p:sp>
    </p:spTree>
    <p:extLst>
      <p:ext uri="{BB962C8B-B14F-4D97-AF65-F5344CB8AC3E}">
        <p14:creationId xmlns:p14="http://schemas.microsoft.com/office/powerpoint/2010/main" val="11689358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516223F3-8E97-4892-8C70-A8362EB93C0A}" type="slidenum">
              <a:rPr lang="en-IN" smtClean="0"/>
              <a:t>16</a:t>
            </a:fld>
            <a:endParaRPr lang="en-IN"/>
          </a:p>
        </p:txBody>
      </p:sp>
    </p:spTree>
    <p:extLst>
      <p:ext uri="{BB962C8B-B14F-4D97-AF65-F5344CB8AC3E}">
        <p14:creationId xmlns:p14="http://schemas.microsoft.com/office/powerpoint/2010/main" val="169773231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pic>
        <p:nvPicPr>
          <p:cNvPr id="14" name="图片" descr="C0-HD-TOP.png"/>
          <p:cNvPicPr>
            <a:picLocks noChangeAspect="1"/>
          </p:cNvPicPr>
          <p:nvPr/>
        </p:nvPicPr>
        <p:blipFill>
          <a:blip r:embed="rId2" cstate="print"/>
          <a:stretch>
            <a:fillRect/>
          </a:stretch>
        </p:blipFill>
        <p:spPr>
          <a:xfrm>
            <a:off x="0" y="0"/>
            <a:ext cx="12192000" cy="1441449"/>
          </a:xfrm>
          <a:prstGeom prst="rect">
            <a:avLst/>
          </a:prstGeom>
          <a:noFill/>
          <a:ln w="12700" cap="flat" cmpd="sng">
            <a:noFill/>
            <a:prstDash val="solid"/>
            <a:miter/>
          </a:ln>
        </p:spPr>
      </p:pic>
      <p:pic>
        <p:nvPicPr>
          <p:cNvPr id="8" name="图片" descr="C0-HD-BTM.png"/>
          <p:cNvPicPr>
            <a:picLocks noChangeAspect="1"/>
          </p:cNvPicPr>
          <p:nvPr/>
        </p:nvPicPr>
        <p:blipFill>
          <a:blip r:embed="rId3" cstate="print"/>
          <a:stretch>
            <a:fillRect/>
          </a:stretch>
        </p:blipFill>
        <p:spPr>
          <a:xfrm>
            <a:off x="0" y="4375150"/>
            <a:ext cx="12192000" cy="2482850"/>
          </a:xfrm>
          <a:prstGeom prst="rect">
            <a:avLst/>
          </a:prstGeom>
          <a:noFill/>
          <a:ln w="12700" cap="flat" cmpd="sng">
            <a:noFill/>
            <a:prstDash val="solid"/>
            <a:miter/>
          </a:ln>
        </p:spPr>
      </p:pic>
      <p:sp>
        <p:nvSpPr>
          <p:cNvPr id="9" name="文本框"/>
          <p:cNvSpPr>
            <a:spLocks noGrp="1"/>
          </p:cNvSpPr>
          <p:nvPr>
            <p:ph type="ctrTitle"/>
          </p:nvPr>
        </p:nvSpPr>
        <p:spPr>
          <a:xfrm>
            <a:off x="1371600" y="1803404"/>
            <a:ext cx="9448800" cy="1825096"/>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marL="0" indent="0" algn="l">
              <a:lnSpc>
                <a:spcPct val="90000"/>
              </a:lnSpc>
              <a:spcBef>
                <a:spcPts val="0"/>
              </a:spcBef>
              <a:spcAft>
                <a:spcPts val="0"/>
              </a:spcAft>
              <a:buNone/>
            </a:pPr>
            <a:r>
              <a:rPr lang="en-US" altLang="zh-CN" sz="6000" b="0" i="0" u="none" strike="noStrike" kern="1200" cap="all" spc="0" baseline="0">
                <a:solidFill>
                  <a:schemeClr val="tx1"/>
                </a:solidFill>
                <a:latin typeface="Century Gothic" charset="0"/>
                <a:ea typeface="宋体" charset="0"/>
                <a:cs typeface="Lucida Sans"/>
              </a:rPr>
              <a:t>Click to edit Master title style</a:t>
            </a:r>
            <a:endParaRPr lang="zh-CN" altLang="en-US" sz="6000" b="0" i="0" u="none" strike="noStrike" kern="1200" cap="all" spc="0" baseline="0">
              <a:solidFill>
                <a:schemeClr val="tx1"/>
              </a:solidFill>
              <a:latin typeface="Century Gothic" charset="0"/>
              <a:ea typeface="宋体" charset="0"/>
              <a:cs typeface="Lucida Sans"/>
            </a:endParaRPr>
          </a:p>
        </p:txBody>
      </p:sp>
      <p:sp>
        <p:nvSpPr>
          <p:cNvPr id="10" name="文本框"/>
          <p:cNvSpPr>
            <a:spLocks noGrp="1"/>
          </p:cNvSpPr>
          <p:nvPr>
            <p:ph type="subTitle" idx="1"/>
          </p:nvPr>
        </p:nvSpPr>
        <p:spPr>
          <a:xfrm>
            <a:off x="1371600" y="3632201"/>
            <a:ext cx="9448800" cy="6858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marL="0" indent="0" algn="l">
              <a:lnSpc>
                <a:spcPct val="90000"/>
              </a:lnSpc>
              <a:spcBef>
                <a:spcPts val="1000"/>
              </a:spcBef>
              <a:spcAft>
                <a:spcPts val="0"/>
              </a:spcAft>
              <a:buNone/>
            </a:pPr>
            <a:r>
              <a:rPr lang="en-US" altLang="zh-CN" sz="2000" b="0" i="0" u="none" strike="noStrike" kern="1200" cap="none" spc="0" baseline="0">
                <a:solidFill>
                  <a:schemeClr val="tx1"/>
                </a:solidFill>
                <a:latin typeface="Century Gothic" charset="0"/>
                <a:ea typeface="宋体" charset="0"/>
                <a:cs typeface="Lucida Sans"/>
              </a:rPr>
              <a:t>Click to edit Master subtitle style</a:t>
            </a:r>
            <a:endParaRPr lang="zh-CN" altLang="en-US" sz="2000" b="0" i="0" u="none" strike="noStrike" kern="1200" cap="none" spc="0" baseline="0">
              <a:solidFill>
                <a:schemeClr val="tx1"/>
              </a:solidFill>
              <a:latin typeface="Century Gothic" charset="0"/>
              <a:ea typeface="宋体" charset="0"/>
              <a:cs typeface="Lucida Sans"/>
            </a:endParaRPr>
          </a:p>
        </p:txBody>
      </p:sp>
      <p:sp>
        <p:nvSpPr>
          <p:cNvPr id="11" name="文本框"/>
          <p:cNvSpPr>
            <a:spLocks noGrp="1"/>
          </p:cNvSpPr>
          <p:nvPr>
            <p:ph type="dt" idx="10"/>
          </p:nvPr>
        </p:nvSpPr>
        <p:spPr>
          <a:xfrm>
            <a:off x="7909561" y="4314328"/>
            <a:ext cx="2910840" cy="374642"/>
          </a:xfrm>
          <a:prstGeom prst="rect">
            <a:avLst/>
          </a:prstGeom>
          <a:noFill/>
          <a:ln cap="flat" cmpd="sng">
            <a:noFill/>
            <a:prstDash val="solid"/>
            <a:miter/>
          </a:ln>
        </p:spPr>
        <p:txBody>
          <a:bodyPr vert="horz" wrap="square" lIns="91440" tIns="45720" rIns="91440" bIns="45720" anchor="ctr" anchorCtr="0">
            <a:prstTxWarp prst="textNoShape">
              <a:avLst/>
            </a:prstTxWarp>
          </a:bodyPr>
          <a:lstStyle/>
          <a:p>
            <a:pPr marL="0" indent="0" algn="r">
              <a:lnSpc>
                <a:spcPct val="100000"/>
              </a:lnSpc>
              <a:spcBef>
                <a:spcPts val="0"/>
              </a:spcBef>
              <a:spcAft>
                <a:spcPts val="0"/>
              </a:spcAft>
              <a:buNone/>
            </a:pPr>
            <a:endParaRPr lang="zh-CN" altLang="en-US" sz="1050" b="0" i="0" u="none" strike="noStrike" kern="1200" cap="none" spc="0" baseline="0">
              <a:solidFill>
                <a:srgbClr val="FFFFFF"/>
              </a:solidFill>
              <a:latin typeface="Century Gothic" charset="0"/>
              <a:ea typeface="宋体" charset="0"/>
              <a:cs typeface="Century Gothic" charset="0"/>
            </a:endParaRPr>
          </a:p>
        </p:txBody>
      </p:sp>
      <p:sp>
        <p:nvSpPr>
          <p:cNvPr id="12" name="文本框"/>
          <p:cNvSpPr>
            <a:spLocks noGrp="1"/>
          </p:cNvSpPr>
          <p:nvPr>
            <p:ph type="ftr"/>
          </p:nvPr>
        </p:nvSpPr>
        <p:spPr>
          <a:xfrm>
            <a:off x="1371600" y="4323845"/>
            <a:ext cx="6400800" cy="365125"/>
          </a:xfrm>
          <a:prstGeom prst="rect">
            <a:avLst/>
          </a:prstGeom>
          <a:noFill/>
          <a:ln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endParaRPr lang="zh-CN" altLang="en-US" sz="1050" b="0" i="0" u="none" strike="noStrike" kern="1200" cap="none" spc="0" baseline="0">
              <a:solidFill>
                <a:srgbClr val="FFFFFF"/>
              </a:solidFill>
              <a:latin typeface="Century Gothic" charset="0"/>
              <a:ea typeface="宋体" charset="0"/>
              <a:cs typeface="Century Gothic" charset="0"/>
            </a:endParaRPr>
          </a:p>
        </p:txBody>
      </p:sp>
      <p:sp>
        <p:nvSpPr>
          <p:cNvPr id="13" name="文本框"/>
          <p:cNvSpPr>
            <a:spLocks noGrp="1"/>
          </p:cNvSpPr>
          <p:nvPr>
            <p:ph type="sldNum"/>
          </p:nvPr>
        </p:nvSpPr>
        <p:spPr>
          <a:xfrm>
            <a:off x="8077200" y="1430866"/>
            <a:ext cx="2743200" cy="365124"/>
          </a:xfrm>
          <a:prstGeom prst="rect">
            <a:avLst/>
          </a:prstGeom>
          <a:noFill/>
          <a:ln cap="flat" cmpd="sng">
            <a:noFill/>
            <a:prstDash val="solid"/>
            <a:miter/>
          </a:ln>
        </p:spPr>
        <p:txBody>
          <a:bodyPr vert="horz" wrap="square" lIns="91440" tIns="45720" rIns="91440" bIns="45720" anchor="ctr" anchorCtr="0">
            <a:prstTxWarp prst="textNoShape">
              <a:avLst/>
            </a:prstTxWarp>
          </a:bodyPr>
          <a:lstStyle/>
          <a:p>
            <a:pPr marL="0" indent="0" algn="r">
              <a:lnSpc>
                <a:spcPct val="100000"/>
              </a:lnSpc>
              <a:spcBef>
                <a:spcPts val="0"/>
              </a:spcBef>
              <a:spcAft>
                <a:spcPts val="0"/>
              </a:spcAft>
              <a:buNone/>
            </a:pPr>
            <a:fld id="{CAD2D6BD-DE1B-4B5F-8B41-2702339687B9}" type="slidenum">
              <a:rPr lang="en-US" altLang="zh-CN" sz="1050" b="0" i="0" u="none" strike="noStrike" kern="1200" cap="none" spc="0" baseline="0">
                <a:solidFill>
                  <a:srgbClr val="FFFFFF"/>
                </a:solidFill>
                <a:latin typeface="Century Gothic" charset="0"/>
                <a:ea typeface="宋体" charset="0"/>
                <a:cs typeface="Century Gothic" charset="0"/>
              </a:rPr>
              <a:t>‹#›</a:t>
            </a:fld>
            <a:endParaRPr lang="zh-CN" altLang="en-US" sz="1050" b="0" i="0" u="none" strike="noStrike" kern="1200" cap="none" spc="0" baseline="0">
              <a:solidFill>
                <a:srgbClr val="FFFFFF"/>
              </a:solidFill>
              <a:latin typeface="Century Gothic" charset="0"/>
              <a:ea typeface="宋体" charset="0"/>
              <a:cs typeface="Century Gothic" charset="0"/>
            </a:endParaRPr>
          </a:p>
        </p:txBody>
      </p:sp>
    </p:spTree>
    <p:extLst>
      <p:ext uri="{BB962C8B-B14F-4D97-AF65-F5344CB8AC3E}">
        <p14:creationId xmlns:p14="http://schemas.microsoft.com/office/powerpoint/2010/main" val="15287912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a:t>单击此处编辑母版标题样式</a:t>
            </a:r>
          </a:p>
        </p:txBody>
      </p:sp>
      <p:sp>
        <p:nvSpPr>
          <p:cNvPr id="3" name="文本框"/>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框"/>
          <p:cNvSpPr>
            <a:spLocks noGrp="1"/>
          </p:cNvSpPr>
          <p:nvPr>
            <p:ph type="dt" sz="half" idx="10"/>
          </p:nvPr>
        </p:nvSpPr>
        <p:spPr/>
        <p:txBody>
          <a:bodyPr/>
          <a:lstStyle/>
          <a:p>
            <a:fld id="{72514870-5082-4025-BC8A-5E070B8EB77D}" type="datetimeFigureOut">
              <a:rPr lang="zh-CN" altLang="en-US" smtClean="0"/>
              <a:t>2025/8/16</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7608345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文本框"/>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框"/>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文本框"/>
          <p:cNvSpPr>
            <a:spLocks noGrp="1"/>
          </p:cNvSpPr>
          <p:nvPr>
            <p:ph type="dt" sz="half" idx="10"/>
          </p:nvPr>
        </p:nvSpPr>
        <p:spPr/>
        <p:txBody>
          <a:bodyPr/>
          <a:lstStyle/>
          <a:p>
            <a:fld id="{72514870-5082-4025-BC8A-5E070B8EB77D}" type="datetimeFigureOut">
              <a:rPr lang="zh-CN" altLang="en-US" smtClean="0"/>
              <a:t>2025/8/16</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7063176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a:t>单击此处编辑母版标题样式</a:t>
            </a:r>
          </a:p>
        </p:txBody>
      </p:sp>
      <p:sp>
        <p:nvSpPr>
          <p:cNvPr id="3" name="文本框"/>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框"/>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框"/>
          <p:cNvSpPr>
            <a:spLocks noGrp="1"/>
          </p:cNvSpPr>
          <p:nvPr>
            <p:ph type="dt" sz="half" idx="10"/>
          </p:nvPr>
        </p:nvSpPr>
        <p:spPr/>
        <p:txBody>
          <a:bodyPr/>
          <a:lstStyle/>
          <a:p>
            <a:fld id="{72514870-5082-4025-BC8A-5E070B8EB77D}" type="datetimeFigureOut">
              <a:rPr lang="zh-CN" altLang="en-US" smtClean="0"/>
              <a:t>2025/8/16</a:t>
            </a:fld>
            <a:endParaRPr lang="zh-CN" altLang="en-US"/>
          </a:p>
        </p:txBody>
      </p:sp>
      <p:sp>
        <p:nvSpPr>
          <p:cNvPr id="6" name="文本框"/>
          <p:cNvSpPr>
            <a:spLocks noGrp="1"/>
          </p:cNvSpPr>
          <p:nvPr>
            <p:ph type="ftr" sz="quarter" idx="11"/>
          </p:nvPr>
        </p:nvSpPr>
        <p:spPr/>
        <p:txBody>
          <a:bodyPr/>
          <a:lstStyle/>
          <a:p>
            <a:endParaRPr lang="zh-CN" altLang="en-US"/>
          </a:p>
        </p:txBody>
      </p:sp>
      <p:sp>
        <p:nvSpPr>
          <p:cNvPr id="7"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3672854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lvl1pPr>
              <a:defRPr/>
            </a:lvl1pPr>
          </a:lstStyle>
          <a:p>
            <a:r>
              <a:rPr lang="zh-CN" altLang="en-US"/>
              <a:t>单击此处编辑母版标题样式</a:t>
            </a:r>
          </a:p>
        </p:txBody>
      </p:sp>
      <p:sp>
        <p:nvSpPr>
          <p:cNvPr id="3" name="文本框"/>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文本框"/>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框"/>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文本框"/>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文本框"/>
          <p:cNvSpPr>
            <a:spLocks noGrp="1"/>
          </p:cNvSpPr>
          <p:nvPr>
            <p:ph type="dt" sz="half" idx="10"/>
          </p:nvPr>
        </p:nvSpPr>
        <p:spPr/>
        <p:txBody>
          <a:bodyPr/>
          <a:lstStyle/>
          <a:p>
            <a:fld id="{72514870-5082-4025-BC8A-5E070B8EB77D}" type="datetimeFigureOut">
              <a:rPr lang="zh-CN" altLang="en-US" smtClean="0"/>
              <a:t>2025/8/16</a:t>
            </a:fld>
            <a:endParaRPr lang="zh-CN" altLang="en-US"/>
          </a:p>
        </p:txBody>
      </p:sp>
      <p:sp>
        <p:nvSpPr>
          <p:cNvPr id="8" name="文本框"/>
          <p:cNvSpPr>
            <a:spLocks noGrp="1"/>
          </p:cNvSpPr>
          <p:nvPr>
            <p:ph type="ftr" sz="quarter" idx="11"/>
          </p:nvPr>
        </p:nvSpPr>
        <p:spPr/>
        <p:txBody>
          <a:bodyPr/>
          <a:lstStyle/>
          <a:p>
            <a:endParaRPr lang="zh-CN" altLang="en-US"/>
          </a:p>
        </p:txBody>
      </p:sp>
      <p:sp>
        <p:nvSpPr>
          <p:cNvPr id="9"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302610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a:t>单击此处编辑母版标题样式</a:t>
            </a:r>
          </a:p>
        </p:txBody>
      </p:sp>
      <p:sp>
        <p:nvSpPr>
          <p:cNvPr id="3" name="文本框"/>
          <p:cNvSpPr>
            <a:spLocks noGrp="1"/>
          </p:cNvSpPr>
          <p:nvPr>
            <p:ph type="dt" sz="half" idx="10"/>
          </p:nvPr>
        </p:nvSpPr>
        <p:spPr/>
        <p:txBody>
          <a:bodyPr/>
          <a:lstStyle/>
          <a:p>
            <a:fld id="{72514870-5082-4025-BC8A-5E070B8EB77D}" type="datetimeFigureOut">
              <a:rPr lang="zh-CN" altLang="en-US" smtClean="0"/>
              <a:t>2025/8/16</a:t>
            </a:fld>
            <a:endParaRPr lang="zh-CN" altLang="en-US"/>
          </a:p>
        </p:txBody>
      </p:sp>
      <p:sp>
        <p:nvSpPr>
          <p:cNvPr id="4" name="文本框"/>
          <p:cNvSpPr>
            <a:spLocks noGrp="1"/>
          </p:cNvSpPr>
          <p:nvPr>
            <p:ph type="ftr" sz="quarter" idx="11"/>
          </p:nvPr>
        </p:nvSpPr>
        <p:spPr/>
        <p:txBody>
          <a:bodyPr/>
          <a:lstStyle/>
          <a:p>
            <a:endParaRPr lang="zh-CN" altLang="en-US"/>
          </a:p>
        </p:txBody>
      </p:sp>
      <p:sp>
        <p:nvSpPr>
          <p:cNvPr id="5"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1968831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文本框"/>
          <p:cNvSpPr>
            <a:spLocks noGrp="1"/>
          </p:cNvSpPr>
          <p:nvPr>
            <p:ph type="dt" sz="half" idx="10"/>
          </p:nvPr>
        </p:nvSpPr>
        <p:spPr/>
        <p:txBody>
          <a:bodyPr/>
          <a:lstStyle/>
          <a:p>
            <a:fld id="{72514870-5082-4025-BC8A-5E070B8EB77D}" type="datetimeFigureOut">
              <a:rPr lang="zh-CN" altLang="en-US" smtClean="0"/>
              <a:t>2025/8/16</a:t>
            </a:fld>
            <a:endParaRPr lang="zh-CN" altLang="en-US"/>
          </a:p>
        </p:txBody>
      </p:sp>
      <p:sp>
        <p:nvSpPr>
          <p:cNvPr id="3" name="文本框"/>
          <p:cNvSpPr>
            <a:spLocks noGrp="1"/>
          </p:cNvSpPr>
          <p:nvPr>
            <p:ph type="ftr" sz="quarter" idx="11"/>
          </p:nvPr>
        </p:nvSpPr>
        <p:spPr/>
        <p:txBody>
          <a:bodyPr/>
          <a:lstStyle/>
          <a:p>
            <a:endParaRPr lang="zh-CN" altLang="en-US"/>
          </a:p>
        </p:txBody>
      </p:sp>
      <p:sp>
        <p:nvSpPr>
          <p:cNvPr id="4"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7742982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文本框"/>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文本框"/>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框"/>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文本框"/>
          <p:cNvSpPr>
            <a:spLocks noGrp="1"/>
          </p:cNvSpPr>
          <p:nvPr>
            <p:ph type="dt" sz="half" idx="10"/>
          </p:nvPr>
        </p:nvSpPr>
        <p:spPr/>
        <p:txBody>
          <a:bodyPr/>
          <a:lstStyle/>
          <a:p>
            <a:fld id="{72514870-5082-4025-BC8A-5E070B8EB77D}" type="datetimeFigureOut">
              <a:rPr lang="zh-CN" altLang="en-US" smtClean="0"/>
              <a:t>2025/8/16</a:t>
            </a:fld>
            <a:endParaRPr lang="zh-CN" altLang="en-US"/>
          </a:p>
        </p:txBody>
      </p:sp>
      <p:sp>
        <p:nvSpPr>
          <p:cNvPr id="6" name="文本框"/>
          <p:cNvSpPr>
            <a:spLocks noGrp="1"/>
          </p:cNvSpPr>
          <p:nvPr>
            <p:ph type="ftr" sz="quarter" idx="11"/>
          </p:nvPr>
        </p:nvSpPr>
        <p:spPr/>
        <p:txBody>
          <a:bodyPr/>
          <a:lstStyle/>
          <a:p>
            <a:endParaRPr lang="zh-CN" altLang="en-US"/>
          </a:p>
        </p:txBody>
      </p:sp>
      <p:sp>
        <p:nvSpPr>
          <p:cNvPr id="7"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3627755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文本框"/>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文本框"/>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框"/>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文本框"/>
          <p:cNvSpPr>
            <a:spLocks noGrp="1"/>
          </p:cNvSpPr>
          <p:nvPr>
            <p:ph type="dt" sz="half" idx="10"/>
          </p:nvPr>
        </p:nvSpPr>
        <p:spPr/>
        <p:txBody>
          <a:bodyPr/>
          <a:lstStyle/>
          <a:p>
            <a:fld id="{72514870-5082-4025-BC8A-5E070B8EB77D}" type="datetimeFigureOut">
              <a:rPr lang="zh-CN" altLang="en-US" smtClean="0"/>
              <a:t>2025/8/16</a:t>
            </a:fld>
            <a:endParaRPr lang="zh-CN" altLang="en-US"/>
          </a:p>
        </p:txBody>
      </p:sp>
      <p:sp>
        <p:nvSpPr>
          <p:cNvPr id="6" name="文本框"/>
          <p:cNvSpPr>
            <a:spLocks noGrp="1"/>
          </p:cNvSpPr>
          <p:nvPr>
            <p:ph type="ftr" sz="quarter" idx="11"/>
          </p:nvPr>
        </p:nvSpPr>
        <p:spPr/>
        <p:txBody>
          <a:bodyPr/>
          <a:lstStyle/>
          <a:p>
            <a:endParaRPr lang="zh-CN" altLang="en-US"/>
          </a:p>
        </p:txBody>
      </p:sp>
      <p:sp>
        <p:nvSpPr>
          <p:cNvPr id="7"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03028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a:t>单击此处编辑母版标题样式</a:t>
            </a:r>
          </a:p>
        </p:txBody>
      </p:sp>
      <p:sp>
        <p:nvSpPr>
          <p:cNvPr id="3" name="文本框"/>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框"/>
          <p:cNvSpPr>
            <a:spLocks noGrp="1"/>
          </p:cNvSpPr>
          <p:nvPr>
            <p:ph type="dt" sz="half" idx="10"/>
          </p:nvPr>
        </p:nvSpPr>
        <p:spPr/>
        <p:txBody>
          <a:bodyPr/>
          <a:lstStyle/>
          <a:p>
            <a:fld id="{72514870-5082-4025-BC8A-5E070B8EB77D}" type="datetimeFigureOut">
              <a:rPr lang="zh-CN" altLang="en-US" smtClean="0"/>
              <a:t>2025/8/16</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982260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文本框"/>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文本框"/>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框"/>
          <p:cNvSpPr>
            <a:spLocks noGrp="1"/>
          </p:cNvSpPr>
          <p:nvPr>
            <p:ph type="dt" sz="half" idx="10"/>
          </p:nvPr>
        </p:nvSpPr>
        <p:spPr/>
        <p:txBody>
          <a:bodyPr/>
          <a:lstStyle/>
          <a:p>
            <a:fld id="{72514870-5082-4025-BC8A-5E070B8EB77D}" type="datetimeFigureOut">
              <a:rPr lang="zh-CN" altLang="en-US" smtClean="0"/>
              <a:t>2025/8/16</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4149397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自定义版式">
    <p:bg>
      <p:bgPr>
        <a:solidFill>
          <a:schemeClr val="bg1"/>
        </a:solidFill>
        <a:effectLst/>
      </p:bgPr>
    </p:bg>
    <p:spTree>
      <p:nvGrpSpPr>
        <p:cNvPr id="1" name=""/>
        <p:cNvGrpSpPr/>
        <p:nvPr/>
      </p:nvGrpSpPr>
      <p:grpSpPr>
        <a:xfrm>
          <a:off x="0" y="0"/>
          <a:ext cx="0" cy="0"/>
          <a:chOff x="0" y="0"/>
          <a:chExt cx="0" cy="0"/>
        </a:xfrm>
      </p:grpSpPr>
      <p:pic>
        <p:nvPicPr>
          <p:cNvPr id="20" name="图片" descr="C0-HD-TOP.png"/>
          <p:cNvPicPr>
            <a:picLocks noChangeAspect="1"/>
          </p:cNvPicPr>
          <p:nvPr/>
        </p:nvPicPr>
        <p:blipFill>
          <a:blip r:embed="rId2" cstate="print"/>
          <a:stretch>
            <a:fillRect/>
          </a:stretch>
        </p:blipFill>
        <p:spPr>
          <a:xfrm>
            <a:off x="0" y="0"/>
            <a:ext cx="12192000" cy="1441449"/>
          </a:xfrm>
          <a:prstGeom prst="rect">
            <a:avLst/>
          </a:prstGeom>
          <a:noFill/>
          <a:ln w="12700" cap="flat" cmpd="sng">
            <a:noFill/>
            <a:prstDash val="solid"/>
            <a:miter/>
          </a:ln>
        </p:spPr>
      </p:pic>
      <p:sp>
        <p:nvSpPr>
          <p:cNvPr id="17" name="文本框"/>
          <p:cNvSpPr>
            <a:spLocks noGrp="1"/>
          </p:cNvSpPr>
          <p:nvPr>
            <p:ph type="dt" idx="10"/>
          </p:nvPr>
        </p:nvSpPr>
        <p:spPr>
          <a:xfrm>
            <a:off x="8595360" y="6356349"/>
            <a:ext cx="2910840" cy="365125"/>
          </a:xfrm>
          <a:prstGeom prst="rect">
            <a:avLst/>
          </a:prstGeom>
          <a:noFill/>
          <a:ln cap="flat" cmpd="sng">
            <a:noFill/>
            <a:prstDash val="solid"/>
            <a:miter/>
          </a:ln>
        </p:spPr>
        <p:txBody>
          <a:bodyPr vert="horz" wrap="square" lIns="91440" tIns="45720" rIns="91440" bIns="45720" anchor="ctr" anchorCtr="0">
            <a:prstTxWarp prst="textNoShape">
              <a:avLst/>
            </a:prstTxWarp>
          </a:bodyPr>
          <a:lstStyle/>
          <a:p>
            <a:pPr algn="r"/>
            <a:endParaRPr lang="zh-CN" altLang="en-US" sz="1050">
              <a:solidFill>
                <a:srgbClr val="FFFFFF"/>
              </a:solidFill>
              <a:latin typeface="Century Gothic" charset="0"/>
              <a:ea typeface="宋体" charset="0"/>
              <a:cs typeface="Century Gothic" charset="0"/>
            </a:endParaRPr>
          </a:p>
        </p:txBody>
      </p:sp>
      <p:sp>
        <p:nvSpPr>
          <p:cNvPr id="18" name="文本框"/>
          <p:cNvSpPr>
            <a:spLocks noGrp="1"/>
          </p:cNvSpPr>
          <p:nvPr>
            <p:ph type="ftr"/>
          </p:nvPr>
        </p:nvSpPr>
        <p:spPr>
          <a:xfrm>
            <a:off x="685800" y="6355845"/>
            <a:ext cx="7772400" cy="365125"/>
          </a:xfrm>
          <a:prstGeom prst="rect">
            <a:avLst/>
          </a:prstGeom>
          <a:noFill/>
          <a:ln cap="flat" cmpd="sng">
            <a:noFill/>
            <a:prstDash val="solid"/>
            <a:miter/>
          </a:ln>
        </p:spPr>
        <p:txBody>
          <a:bodyPr vert="horz" wrap="square" lIns="91440" tIns="45720" rIns="91440" bIns="45720" anchor="ctr" anchorCtr="0">
            <a:prstTxWarp prst="textNoShape">
              <a:avLst/>
            </a:prstTxWarp>
          </a:bodyPr>
          <a:lstStyle/>
          <a:p>
            <a:pPr algn="l"/>
            <a:endParaRPr lang="zh-CN" altLang="en-US" sz="1050">
              <a:solidFill>
                <a:srgbClr val="FFFFFF"/>
              </a:solidFill>
              <a:latin typeface="Century Gothic" charset="0"/>
              <a:ea typeface="宋体" charset="0"/>
              <a:cs typeface="Century Gothic" charset="0"/>
            </a:endParaRPr>
          </a:p>
        </p:txBody>
      </p:sp>
      <p:sp>
        <p:nvSpPr>
          <p:cNvPr id="19" name="文本框"/>
          <p:cNvSpPr>
            <a:spLocks noGrp="1"/>
          </p:cNvSpPr>
          <p:nvPr>
            <p:ph type="sldNum"/>
          </p:nvPr>
        </p:nvSpPr>
        <p:spPr>
          <a:xfrm>
            <a:off x="8763000" y="381000"/>
            <a:ext cx="2743200" cy="365124"/>
          </a:xfrm>
          <a:prstGeom prst="rect">
            <a:avLst/>
          </a:prstGeom>
          <a:noFill/>
          <a:ln cap="flat" cmpd="sng">
            <a:noFill/>
            <a:prstDash val="solid"/>
            <a:miter/>
          </a:ln>
        </p:spPr>
        <p:txBody>
          <a:bodyPr vert="horz" wrap="square" lIns="91440" tIns="45720" rIns="91440" bIns="45720" anchor="ctr" anchorCtr="0">
            <a:prstTxWarp prst="textNoShape">
              <a:avLst/>
            </a:prstTxWarp>
          </a:bodyPr>
          <a:lstStyle/>
          <a:p>
            <a:pPr algn="r"/>
            <a:fld id="{CAD2D6BD-DE1B-4B5F-8B41-2702339687B9}" type="slidenum">
              <a:rPr lang="en-US" altLang="zh-CN" sz="1050" b="0" i="0" u="none" strike="noStrike" kern="1200" cap="none" spc="0" baseline="0">
                <a:solidFill>
                  <a:srgbClr val="FFFFFF"/>
                </a:solidFill>
                <a:latin typeface="Century Gothic" charset="0"/>
                <a:ea typeface="宋体" charset="0"/>
                <a:cs typeface="Century Gothic" charset="0"/>
              </a:rPr>
              <a:t>‹#›</a:t>
            </a:fld>
            <a:endParaRPr lang="zh-CN" altLang="en-US" sz="1050">
              <a:solidFill>
                <a:srgbClr val="FFFFFF"/>
              </a:solidFill>
              <a:latin typeface="Century Gothic" charset="0"/>
              <a:ea typeface="宋体" charset="0"/>
              <a:cs typeface="Century Gothic" charset="0"/>
            </a:endParaRPr>
          </a:p>
        </p:txBody>
      </p:sp>
    </p:spTree>
    <p:extLst>
      <p:ext uri="{BB962C8B-B14F-4D97-AF65-F5344CB8AC3E}">
        <p14:creationId xmlns:p14="http://schemas.microsoft.com/office/powerpoint/2010/main" val="3571984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图片" descr="C0-HD-TOP.png"/>
          <p:cNvPicPr>
            <a:picLocks noChangeAspect="1"/>
          </p:cNvPicPr>
          <p:nvPr/>
        </p:nvPicPr>
        <p:blipFill>
          <a:blip r:embed="rId14" cstate="print"/>
          <a:stretch>
            <a:fillRect/>
          </a:stretch>
        </p:blipFill>
        <p:spPr>
          <a:xfrm>
            <a:off x="0" y="0"/>
            <a:ext cx="12192000" cy="1441449"/>
          </a:xfrm>
          <a:prstGeom prst="rect">
            <a:avLst/>
          </a:prstGeom>
          <a:noFill/>
          <a:ln w="12700" cap="flat" cmpd="sng">
            <a:noFill/>
            <a:prstDash val="solid"/>
            <a:miter/>
          </a:ln>
        </p:spPr>
      </p:pic>
      <p:sp>
        <p:nvSpPr>
          <p:cNvPr id="3" name="文本框"/>
          <p:cNvSpPr>
            <a:spLocks noGrp="1"/>
          </p:cNvSpPr>
          <p:nvPr>
            <p:ph type="title"/>
          </p:nvPr>
        </p:nvSpPr>
        <p:spPr>
          <a:xfrm>
            <a:off x="2895600" y="764372"/>
            <a:ext cx="8610600" cy="1293028"/>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r>
              <a:rPr lang="en-US" altLang="zh-CN"/>
              <a:t>Click to edit Master title style</a:t>
            </a:r>
            <a:endParaRPr lang="zh-CN" altLang="en-US"/>
          </a:p>
        </p:txBody>
      </p:sp>
      <p:sp>
        <p:nvSpPr>
          <p:cNvPr id="4" name="文本框"/>
          <p:cNvSpPr>
            <a:spLocks noGrp="1"/>
          </p:cNvSpPr>
          <p:nvPr>
            <p:ph type="body" idx="1"/>
          </p:nvPr>
        </p:nvSpPr>
        <p:spPr>
          <a:xfrm>
            <a:off x="685800" y="2194560"/>
            <a:ext cx="10820400" cy="4024125"/>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文本框"/>
          <p:cNvSpPr>
            <a:spLocks noGrp="1"/>
          </p:cNvSpPr>
          <p:nvPr>
            <p:ph type="dt" idx="2"/>
          </p:nvPr>
        </p:nvSpPr>
        <p:spPr>
          <a:xfrm>
            <a:off x="8595360" y="6356349"/>
            <a:ext cx="2910840" cy="365125"/>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algn="r"/>
            <a:fld id="{CAD2D6BD-DE1B-4B5F-8B41-2702339687B9}" type="datetime1">
              <a:rPr lang="en-US" altLang="zh-CN" sz="1050">
                <a:solidFill>
                  <a:srgbClr val="FFFFFF"/>
                </a:solidFill>
                <a:latin typeface="Century Gothic" charset="0"/>
                <a:ea typeface="宋体" charset="0"/>
                <a:cs typeface="Century Gothic" charset="0"/>
              </a:rPr>
              <a:t>8/16/2025</a:t>
            </a:fld>
            <a:endParaRPr lang="zh-CN" altLang="en-US" sz="1050">
              <a:solidFill>
                <a:srgbClr val="FFFFFF"/>
              </a:solidFill>
              <a:latin typeface="Century Gothic" charset="0"/>
              <a:ea typeface="宋体" charset="0"/>
              <a:cs typeface="Century Gothic" charset="0"/>
            </a:endParaRPr>
          </a:p>
        </p:txBody>
      </p:sp>
      <p:sp>
        <p:nvSpPr>
          <p:cNvPr id="6" name="文本框"/>
          <p:cNvSpPr>
            <a:spLocks noGrp="1"/>
          </p:cNvSpPr>
          <p:nvPr>
            <p:ph type="ftr" idx="3"/>
          </p:nvPr>
        </p:nvSpPr>
        <p:spPr>
          <a:xfrm>
            <a:off x="685800" y="6355845"/>
            <a:ext cx="7772400" cy="365125"/>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algn="l"/>
            <a:endParaRPr lang="zh-CN" altLang="en-US" sz="1050">
              <a:solidFill>
                <a:srgbClr val="FFFFFF"/>
              </a:solidFill>
              <a:latin typeface="Century Gothic" charset="0"/>
              <a:ea typeface="宋体" charset="0"/>
              <a:cs typeface="Century Gothic" charset="0"/>
            </a:endParaRPr>
          </a:p>
        </p:txBody>
      </p:sp>
      <p:sp>
        <p:nvSpPr>
          <p:cNvPr id="7" name="文本框"/>
          <p:cNvSpPr>
            <a:spLocks noGrp="1"/>
          </p:cNvSpPr>
          <p:nvPr>
            <p:ph type="sldNum" idx="4"/>
          </p:nvPr>
        </p:nvSpPr>
        <p:spPr>
          <a:xfrm>
            <a:off x="8763000" y="381000"/>
            <a:ext cx="2743200" cy="365124"/>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algn="r"/>
            <a:fld id="{CAD2D6BD-DE1B-4B5F-8B41-2702339687B9}" type="slidenum">
              <a:rPr lang="en-US" altLang="zh-CN" sz="1050" b="0" i="0" u="none" strike="noStrike" kern="1200" cap="none" spc="0" baseline="0">
                <a:solidFill>
                  <a:srgbClr val="FFFFFF"/>
                </a:solidFill>
                <a:latin typeface="Century Gothic" charset="0"/>
                <a:ea typeface="宋体" charset="0"/>
                <a:cs typeface="Century Gothic" charset="0"/>
              </a:rPr>
              <a:t>‹#›</a:t>
            </a:fld>
            <a:endParaRPr lang="zh-CN" altLang="en-US" sz="1050">
              <a:solidFill>
                <a:srgbClr val="FFFFFF"/>
              </a:solidFill>
              <a:latin typeface="Century Gothic" charset="0"/>
              <a:ea typeface="宋体" charset="0"/>
              <a:cs typeface="Century Gothic" charset="0"/>
            </a:endParaRPr>
          </a:p>
        </p:txBody>
      </p:sp>
    </p:spTree>
    <p:extLst>
      <p:ext uri="{BB962C8B-B14F-4D97-AF65-F5344CB8AC3E}">
        <p14:creationId xmlns:p14="http://schemas.microsoft.com/office/powerpoint/2010/main" val="580233454"/>
      </p:ext>
    </p:extLst>
  </p:cSld>
  <p:clrMap bg1="lt1" tx1="dk1" bg2="lt2" tx2="dk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lvl1pPr algn="r" defTabSz="914400" eaLnBrk="1" fontAlgn="auto" latinLnBrk="0" hangingPunct="1">
        <a:lnSpc>
          <a:spcPct val="90000"/>
        </a:lnSpc>
        <a:spcBef>
          <a:spcPts val="0"/>
        </a:spcBef>
        <a:buNone/>
        <a:defRPr sz="4000" kern="1200" cap="all" baseline="0">
          <a:solidFill>
            <a:schemeClr val="tx1"/>
          </a:solidFill>
          <a:latin typeface="Century Gothic" charset="0"/>
          <a:ea typeface="宋体" charset="0"/>
          <a:cs typeface="Century Gothic" charset="0"/>
        </a:defRPr>
      </a:lvl1pPr>
    </p:titleStyle>
    <p:bodyStyle>
      <a:lvl1pPr marL="228600" indent="-228600" algn="l" defTabSz="914400" eaLnBrk="1" fontAlgn="auto" latinLnBrk="0" hangingPunct="1">
        <a:lnSpc>
          <a:spcPct val="90000"/>
        </a:lnSpc>
        <a:spcBef>
          <a:spcPts val="1000"/>
        </a:spcBef>
        <a:buFont typeface="Arial" pitchFamily="34" charset="0"/>
        <a:buChar char="•"/>
        <a:defRPr sz="2200" kern="1200">
          <a:solidFill>
            <a:schemeClr val="tx1"/>
          </a:solidFill>
          <a:latin typeface="Century Gothic" charset="0"/>
          <a:ea typeface="宋体" charset="0"/>
          <a:cs typeface="Century Gothic" charset="0"/>
        </a:defRPr>
      </a:lvl1pPr>
      <a:lvl2pPr marL="685800" indent="-228600" algn="l" defTabSz="914400" eaLnBrk="1" fontAlgn="auto" latinLnBrk="0" hangingPunct="1">
        <a:lnSpc>
          <a:spcPct val="90000"/>
        </a:lnSpc>
        <a:spcBef>
          <a:spcPts val="500"/>
        </a:spcBef>
        <a:buFont typeface="Arial" pitchFamily="34" charset="0"/>
        <a:buChar char="•"/>
        <a:defRPr sz="2000" kern="1200">
          <a:solidFill>
            <a:schemeClr val="tx1"/>
          </a:solidFill>
          <a:latin typeface="Century Gothic" charset="0"/>
          <a:ea typeface="宋体" charset="0"/>
          <a:cs typeface="Century Gothic" charset="0"/>
        </a:defRPr>
      </a:lvl2pPr>
      <a:lvl3pPr marL="1143000" indent="-228600" algn="l" defTabSz="914400" eaLnBrk="1" fontAlgn="auto" latinLnBrk="0" hangingPunct="1">
        <a:lnSpc>
          <a:spcPct val="90000"/>
        </a:lnSpc>
        <a:spcBef>
          <a:spcPts val="500"/>
        </a:spcBef>
        <a:buFont typeface="Arial" pitchFamily="34" charset="0"/>
        <a:buChar char="•"/>
        <a:defRPr sz="1800" kern="1200">
          <a:solidFill>
            <a:schemeClr val="tx1"/>
          </a:solidFill>
          <a:latin typeface="Century Gothic" charset="0"/>
          <a:ea typeface="宋体" charset="0"/>
          <a:cs typeface="Century Gothic" charset="0"/>
        </a:defRPr>
      </a:lvl3pPr>
      <a:lvl4pPr marL="1600200" indent="-228600" algn="l" defTabSz="914400" eaLnBrk="1" fontAlgn="auto" latinLnBrk="0" hangingPunct="1">
        <a:lnSpc>
          <a:spcPct val="90000"/>
        </a:lnSpc>
        <a:spcBef>
          <a:spcPts val="500"/>
        </a:spcBef>
        <a:buFont typeface="Arial" pitchFamily="34" charset="0"/>
        <a:buChar char="•"/>
        <a:defRPr sz="1600" kern="1200">
          <a:solidFill>
            <a:schemeClr val="tx1"/>
          </a:solidFill>
          <a:latin typeface="Century Gothic" charset="0"/>
          <a:ea typeface="宋体" charset="0"/>
          <a:cs typeface="Century Gothic" charset="0"/>
        </a:defRPr>
      </a:lvl4pPr>
      <a:lvl5pPr marL="2057400" indent="-228600" algn="l" defTabSz="914400" eaLnBrk="1" fontAlgn="auto" latinLnBrk="0" hangingPunct="1">
        <a:lnSpc>
          <a:spcPct val="90000"/>
        </a:lnSpc>
        <a:spcBef>
          <a:spcPts val="500"/>
        </a:spcBef>
        <a:buFont typeface="Arial" pitchFamily="34" charset="0"/>
        <a:buChar char="•"/>
        <a:defRPr sz="1600" kern="1200">
          <a:solidFill>
            <a:schemeClr val="tx1"/>
          </a:solidFill>
          <a:latin typeface="Century Gothic" charset="0"/>
          <a:ea typeface="宋体" charset="0"/>
          <a:cs typeface="Century Gothic" charset="0"/>
        </a:defRPr>
      </a:lvl5pPr>
      <a:lvl6pPr marL="2514600" indent="-228600" algn="l" defTabSz="914400" eaLnBrk="1" fontAlgn="auto" latinLnBrk="0" hangingPunct="1">
        <a:lnSpc>
          <a:spcPct val="90000"/>
        </a:lnSpc>
        <a:spcBef>
          <a:spcPts val="500"/>
        </a:spcBef>
        <a:buFont typeface="Arial" pitchFamily="34" charset="0"/>
        <a:buChar char="•"/>
        <a:defRPr sz="1600" kern="1200">
          <a:solidFill>
            <a:schemeClr val="tx1"/>
          </a:solidFill>
          <a:latin typeface="Century Gothic" charset="0"/>
          <a:ea typeface="宋体" charset="0"/>
          <a:cs typeface="Century Gothic" charset="0"/>
        </a:defRPr>
      </a:lvl6pPr>
      <a:lvl7pPr marL="2971800" indent="-228600" algn="l" defTabSz="914400" eaLnBrk="1" fontAlgn="auto" latinLnBrk="0" hangingPunct="1">
        <a:lnSpc>
          <a:spcPct val="90000"/>
        </a:lnSpc>
        <a:spcBef>
          <a:spcPts val="500"/>
        </a:spcBef>
        <a:buFont typeface="Arial" pitchFamily="34" charset="0"/>
        <a:buChar char="•"/>
        <a:defRPr sz="1600" kern="1200">
          <a:solidFill>
            <a:schemeClr val="tx1"/>
          </a:solidFill>
          <a:latin typeface="Century Gothic" charset="0"/>
          <a:ea typeface="宋体" charset="0"/>
          <a:cs typeface="Century Gothic" charset="0"/>
        </a:defRPr>
      </a:lvl7pPr>
      <a:lvl8pPr marL="3429000" indent="-228600" algn="l" defTabSz="914400" eaLnBrk="1" fontAlgn="auto" latinLnBrk="0" hangingPunct="1">
        <a:lnSpc>
          <a:spcPct val="90000"/>
        </a:lnSpc>
        <a:spcBef>
          <a:spcPts val="500"/>
        </a:spcBef>
        <a:buFont typeface="Arial" pitchFamily="34" charset="0"/>
        <a:buChar char="•"/>
        <a:defRPr sz="1600" kern="1200">
          <a:solidFill>
            <a:schemeClr val="tx1"/>
          </a:solidFill>
          <a:latin typeface="Century Gothic" charset="0"/>
          <a:ea typeface="宋体" charset="0"/>
          <a:cs typeface="Century Gothic" charset="0"/>
        </a:defRPr>
      </a:lvl8pPr>
      <a:lvl9pPr marL="3429000" indent="-228600" algn="l" defTabSz="914400" eaLnBrk="1" fontAlgn="auto" latinLnBrk="0" hangingPunct="1">
        <a:lnSpc>
          <a:spcPct val="90000"/>
        </a:lnSpc>
        <a:spcBef>
          <a:spcPts val="500"/>
        </a:spcBef>
        <a:buFont typeface="Arial" pitchFamily="34" charset="0"/>
        <a:buChar char="•"/>
        <a:defRPr sz="1600" kern="1200">
          <a:solidFill>
            <a:schemeClr val="tx1"/>
          </a:solidFill>
          <a:latin typeface="Century Gothic" charset="0"/>
          <a:ea typeface="宋体" charset="0"/>
          <a:cs typeface="Century Gothic"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文本框"/>
          <p:cNvSpPr>
            <a:spLocks noGrp="1"/>
          </p:cNvSpPr>
          <p:nvPr>
            <p:ph type="ctrTitle"/>
          </p:nvPr>
        </p:nvSpPr>
        <p:spPr>
          <a:xfrm>
            <a:off x="1262814" y="962525"/>
            <a:ext cx="9746081" cy="2824163"/>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marL="0" indent="0" algn="l">
              <a:lnSpc>
                <a:spcPct val="90000"/>
              </a:lnSpc>
              <a:spcBef>
                <a:spcPts val="0"/>
              </a:spcBef>
              <a:spcAft>
                <a:spcPts val="0"/>
              </a:spcAft>
              <a:buNone/>
            </a:pPr>
            <a:r>
              <a:rPr lang="en-US" altLang="zh-CN" sz="6000" b="0" i="0" u="none" strike="noStrike" kern="1200" cap="all" spc="0" baseline="0">
                <a:solidFill>
                  <a:srgbClr val="DAEAF8"/>
                </a:solidFill>
                <a:latin typeface="Century Gothic" charset="0"/>
                <a:ea typeface="宋体" charset="0"/>
                <a:cs typeface="Lucida Sans"/>
              </a:rPr>
              <a:t>Employee Attrition Prediction Model</a:t>
            </a:r>
            <a:endParaRPr lang="zh-CN" altLang="en-US" sz="6000" b="0" i="0" u="none" strike="noStrike" kern="1200" cap="all" spc="0" baseline="0">
              <a:solidFill>
                <a:srgbClr val="DAEAF8"/>
              </a:solidFill>
              <a:latin typeface="Century Gothic" charset="0"/>
              <a:ea typeface="宋体" charset="0"/>
              <a:cs typeface="Lucida Sans"/>
            </a:endParaRPr>
          </a:p>
        </p:txBody>
      </p:sp>
      <p:sp>
        <p:nvSpPr>
          <p:cNvPr id="16" name="文本框"/>
          <p:cNvSpPr>
            <a:spLocks noGrp="1"/>
          </p:cNvSpPr>
          <p:nvPr>
            <p:ph type="subTitle" idx="1"/>
          </p:nvPr>
        </p:nvSpPr>
        <p:spPr>
          <a:xfrm flipH="1">
            <a:off x="12897854" y="5630778"/>
            <a:ext cx="168441" cy="16042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marL="0" indent="0" algn="l">
              <a:lnSpc>
                <a:spcPct val="70000"/>
              </a:lnSpc>
              <a:spcBef>
                <a:spcPts val="1000"/>
              </a:spcBef>
              <a:spcAft>
                <a:spcPts val="0"/>
              </a:spcAft>
              <a:buNone/>
            </a:pPr>
            <a:endParaRPr lang="zh-CN" altLang="en-US" sz="500" b="0" i="0" u="none" strike="noStrike" kern="1200" cap="none" spc="0" baseline="0">
              <a:solidFill>
                <a:schemeClr val="tx1"/>
              </a:solidFill>
              <a:latin typeface="Century Gothic" charset="0"/>
              <a:ea typeface="宋体" charset="0"/>
              <a:cs typeface="Lucida Sans"/>
            </a:endParaRPr>
          </a:p>
        </p:txBody>
      </p:sp>
      <p:sp>
        <p:nvSpPr>
          <p:cNvPr id="86" name="文本框"/>
          <p:cNvSpPr txBox="1">
            <a:spLocks/>
          </p:cNvSpPr>
          <p:nvPr/>
        </p:nvSpPr>
        <p:spPr>
          <a:xfrm>
            <a:off x="7038641" y="3939662"/>
            <a:ext cx="4376217" cy="89154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800" b="0" i="0" u="none" strike="noStrike" kern="1200" cap="none" spc="0" baseline="0">
                <a:solidFill>
                  <a:srgbClr val="EC4E42"/>
                </a:solidFill>
                <a:latin typeface="Droid Sans" charset="0"/>
                <a:ea typeface="宋体" charset="0"/>
                <a:cs typeface="Lucida Sans"/>
              </a:rPr>
              <a:t>PRESENTED BY</a:t>
            </a:r>
          </a:p>
          <a:p>
            <a:pPr marL="0" indent="0" algn="l">
              <a:lnSpc>
                <a:spcPct val="100000"/>
              </a:lnSpc>
              <a:spcBef>
                <a:spcPts val="0"/>
              </a:spcBef>
              <a:spcAft>
                <a:spcPts val="0"/>
              </a:spcAft>
              <a:buNone/>
            </a:pPr>
            <a:endParaRPr lang="en-US" altLang="zh-CN" sz="1800" b="0" i="0" u="none" strike="noStrike" kern="1200" cap="none" spc="0" baseline="0">
              <a:solidFill>
                <a:srgbClr val="EC4E42"/>
              </a:solidFill>
              <a:latin typeface="Droid Sans" charset="0"/>
              <a:ea typeface="宋体" charset="0"/>
              <a:cs typeface="Lucida Sans"/>
            </a:endParaRPr>
          </a:p>
          <a:p>
            <a:pPr marL="0" indent="0" algn="l">
              <a:lnSpc>
                <a:spcPct val="100000"/>
              </a:lnSpc>
              <a:spcBef>
                <a:spcPts val="0"/>
              </a:spcBef>
              <a:spcAft>
                <a:spcPts val="0"/>
              </a:spcAft>
              <a:buNone/>
            </a:pPr>
            <a:r>
              <a:rPr lang="en-US" altLang="zh-CN" sz="1800" b="0" i="0" u="none" strike="noStrike" kern="1200" cap="none" spc="0" baseline="0">
                <a:solidFill>
                  <a:srgbClr val="EC4E42"/>
                </a:solidFill>
                <a:latin typeface="Droid Sans" charset="0"/>
                <a:ea typeface="宋体" charset="0"/>
                <a:cs typeface="Lucida Sans"/>
              </a:rPr>
              <a:t>                  SUBHANI BASHA SHAIK </a:t>
            </a:r>
            <a:endParaRPr lang="zh-CN" altLang="en-US" sz="1800" b="0" i="0" u="none" strike="noStrike" kern="1200" cap="none" spc="0" baseline="0">
              <a:solidFill>
                <a:srgbClr val="EC4E42"/>
              </a:solidFill>
              <a:latin typeface="Droid Sans" charset="0"/>
              <a:ea typeface="宋体" charset="0"/>
              <a:cs typeface="Lucida Sans"/>
            </a:endParaRPr>
          </a:p>
        </p:txBody>
      </p:sp>
    </p:spTree>
    <p:extLst>
      <p:ext uri="{BB962C8B-B14F-4D97-AF65-F5344CB8AC3E}">
        <p14:creationId xmlns:p14="http://schemas.microsoft.com/office/powerpoint/2010/main" val="881602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mph" presetSubtype="0" fill="hold" grpId="0" nodeType="clickEffect">
                                  <p:stCondLst>
                                    <p:cond delay="0"/>
                                  </p:stCondLst>
                                  <p:childTnLst>
                                    <p:animClr clrSpc="hsl" dir="cw">
                                      <p:cBhvr override="childStyle">
                                        <p:cTn id="6" dur="500" fill="hold"/>
                                        <p:tgtEl>
                                          <p:spTgt spid="15"/>
                                        </p:tgtEl>
                                        <p:attrNameLst>
                                          <p:attrName>style.color</p:attrName>
                                        </p:attrNameLst>
                                      </p:cBhvr>
                                      <p:by>
                                        <p:hsl h="7200000" s="0" l="0"/>
                                      </p:by>
                                    </p:animClr>
                                    <p:animClr clrSpc="hsl" dir="cw">
                                      <p:cBhvr>
                                        <p:cTn id="7" dur="500" fill="hold"/>
                                        <p:tgtEl>
                                          <p:spTgt spid="15"/>
                                        </p:tgtEl>
                                        <p:attrNameLst>
                                          <p:attrName>fillcolor</p:attrName>
                                        </p:attrNameLst>
                                      </p:cBhvr>
                                      <p:by>
                                        <p:hsl h="7200000" s="0" l="0"/>
                                      </p:by>
                                    </p:animClr>
                                    <p:animClr clrSpc="hsl" dir="cw">
                                      <p:cBhvr>
                                        <p:cTn id="8" dur="500" fill="hold"/>
                                        <p:tgtEl>
                                          <p:spTgt spid="15"/>
                                        </p:tgtEl>
                                        <p:attrNameLst>
                                          <p:attrName>stroke.color</p:attrName>
                                        </p:attrNameLst>
                                      </p:cBhvr>
                                      <p:by>
                                        <p:hsl h="7200000" s="0" l="0"/>
                                      </p:by>
                                    </p:animClr>
                                    <p:set>
                                      <p:cBhvr>
                                        <p:cTn id="9" dur="500" fill="hold"/>
                                        <p:tgtEl>
                                          <p:spTgt spid="15"/>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矩形"/>
          <p:cNvSpPr>
            <a:spLocks/>
          </p:cNvSpPr>
          <p:nvPr/>
        </p:nvSpPr>
        <p:spPr>
          <a:xfrm>
            <a:off x="4891577" y="392849"/>
            <a:ext cx="1950846" cy="520065"/>
          </a:xfrm>
          <a:prstGeom prst="rect">
            <a:avLst/>
          </a:prstGeom>
          <a:noFill/>
          <a:ln w="12700" cap="flat" cmpd="sng">
            <a:noFill/>
            <a:prstDash val="solid"/>
            <a:miter/>
          </a:ln>
        </p:spPr>
        <p:txBody>
          <a:bodyPr vert="horz" wrap="non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800" b="1" i="0" u="sng" strike="noStrike" kern="1200" cap="none" spc="0" baseline="0">
                <a:solidFill>
                  <a:schemeClr val="tx1"/>
                </a:solidFill>
                <a:latin typeface="Times New Roman" pitchFamily="18" charset="0"/>
                <a:ea typeface="宋体" charset="0"/>
                <a:cs typeface="Century Gothic" charset="0"/>
              </a:rPr>
              <a:t>CONTENT</a:t>
            </a:r>
            <a:endParaRPr lang="zh-CN" altLang="en-US" sz="2800" b="0" i="0" u="none" strike="noStrike" kern="1200" cap="none" spc="0" baseline="0">
              <a:solidFill>
                <a:schemeClr val="tx1"/>
              </a:solidFill>
              <a:latin typeface="Century Gothic" charset="0"/>
              <a:ea typeface="宋体" charset="0"/>
              <a:cs typeface="Century Gothic" charset="0"/>
            </a:endParaRPr>
          </a:p>
        </p:txBody>
      </p:sp>
      <p:sp>
        <p:nvSpPr>
          <p:cNvPr id="22" name="矩形"/>
          <p:cNvSpPr>
            <a:spLocks/>
          </p:cNvSpPr>
          <p:nvPr/>
        </p:nvSpPr>
        <p:spPr>
          <a:xfrm>
            <a:off x="3084095" y="-574345"/>
            <a:ext cx="5915526" cy="7463792"/>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endParaRPr lang="en-US" altLang="zh-CN" sz="2000" b="1" i="0" u="none" strike="noStrike" kern="1200" cap="none" spc="0" baseline="0">
              <a:solidFill>
                <a:schemeClr val="tx1"/>
              </a:solidFill>
              <a:latin typeface="Times New Roman" pitchFamily="18" charset="0"/>
              <a:ea typeface="宋体" charset="0"/>
              <a:cs typeface="Century Gothic" charset="0"/>
            </a:endParaRPr>
          </a:p>
          <a:p>
            <a:pPr marL="0" indent="0" algn="l">
              <a:lnSpc>
                <a:spcPct val="100000"/>
              </a:lnSpc>
              <a:spcBef>
                <a:spcPts val="0"/>
              </a:spcBef>
              <a:spcAft>
                <a:spcPts val="0"/>
              </a:spcAft>
              <a:buNone/>
            </a:pPr>
            <a:endParaRPr lang="en-US" altLang="zh-CN" sz="2000" b="1" i="0" u="none" strike="noStrike" kern="1200" cap="none" spc="0" baseline="0">
              <a:solidFill>
                <a:schemeClr val="tx1"/>
              </a:solidFill>
              <a:latin typeface="Times New Roman" pitchFamily="18" charset="0"/>
              <a:ea typeface="宋体" charset="0"/>
              <a:cs typeface="Century Gothic" charset="0"/>
            </a:endParaRPr>
          </a:p>
          <a:p>
            <a:pPr marL="0" indent="0" algn="l">
              <a:lnSpc>
                <a:spcPct val="100000"/>
              </a:lnSpc>
              <a:spcBef>
                <a:spcPts val="0"/>
              </a:spcBef>
              <a:spcAft>
                <a:spcPts val="0"/>
              </a:spcAft>
              <a:buNone/>
            </a:pPr>
            <a:endParaRPr lang="en-US" altLang="zh-CN" sz="2000" b="1" i="0" u="none" strike="noStrike" kern="1200" cap="none" spc="0" baseline="0">
              <a:solidFill>
                <a:schemeClr val="tx1"/>
              </a:solidFill>
              <a:latin typeface="Times New Roman" pitchFamily="18" charset="0"/>
              <a:ea typeface="宋体" charset="0"/>
              <a:cs typeface="Century Gothic" charset="0"/>
            </a:endParaRPr>
          </a:p>
          <a:p>
            <a:pPr marL="0" indent="0" algn="l">
              <a:lnSpc>
                <a:spcPct val="100000"/>
              </a:lnSpc>
              <a:spcBef>
                <a:spcPts val="0"/>
              </a:spcBef>
              <a:spcAft>
                <a:spcPts val="0"/>
              </a:spcAft>
              <a:buNone/>
            </a:pPr>
            <a:endParaRPr lang="en-US" altLang="zh-CN" sz="2000" b="1" i="0" u="none" strike="noStrike" kern="1200" cap="none" spc="0" baseline="0">
              <a:solidFill>
                <a:schemeClr val="tx1"/>
              </a:solidFill>
              <a:latin typeface="Times New Roman" pitchFamily="18" charset="0"/>
              <a:ea typeface="宋体" charset="0"/>
              <a:cs typeface="Century Gothic" charset="0"/>
            </a:endParaRPr>
          </a:p>
          <a:p>
            <a:pPr marL="0" indent="0" algn="l">
              <a:lnSpc>
                <a:spcPct val="100000"/>
              </a:lnSpc>
              <a:spcBef>
                <a:spcPts val="0"/>
              </a:spcBef>
              <a:spcAft>
                <a:spcPts val="0"/>
              </a:spcAft>
              <a:buNone/>
            </a:pPr>
            <a:endParaRPr lang="en-US" altLang="zh-CN" sz="2000" b="1" i="0" u="none" strike="noStrike" kern="1200" cap="none" spc="0" baseline="0">
              <a:solidFill>
                <a:schemeClr val="tx1"/>
              </a:solidFill>
              <a:latin typeface="Times New Roman" pitchFamily="18" charset="0"/>
              <a:ea typeface="宋体" charset="0"/>
              <a:cs typeface="Century Gothic" charset="0"/>
            </a:endParaRPr>
          </a:p>
          <a:p>
            <a:pPr marL="0" indent="0" algn="l">
              <a:lnSpc>
                <a:spcPct val="100000"/>
              </a:lnSpc>
              <a:spcBef>
                <a:spcPts val="0"/>
              </a:spcBef>
              <a:spcAft>
                <a:spcPts val="0"/>
              </a:spcAft>
              <a:buNone/>
            </a:pPr>
            <a:endParaRPr lang="en-US" altLang="zh-CN" sz="2000" b="1" i="0" u="none" strike="noStrike" kern="1200" cap="none" spc="0" baseline="0">
              <a:solidFill>
                <a:schemeClr val="tx1"/>
              </a:solidFill>
              <a:latin typeface="Times New Roman" pitchFamily="18" charset="0"/>
              <a:ea typeface="宋体" charset="0"/>
              <a:cs typeface="Century Gothic" charset="0"/>
            </a:endParaRPr>
          </a:p>
          <a:p>
            <a:pPr marL="0" indent="0" algn="l">
              <a:lnSpc>
                <a:spcPct val="100000"/>
              </a:lnSpc>
              <a:spcBef>
                <a:spcPts val="0"/>
              </a:spcBef>
              <a:spcAft>
                <a:spcPts val="0"/>
              </a:spcAft>
              <a:buNone/>
            </a:pPr>
            <a:r>
              <a:rPr lang="en-US" altLang="zh-CN" sz="2400" b="1" i="0" u="none" strike="noStrike" kern="1200" cap="none" spc="0" baseline="0">
                <a:solidFill>
                  <a:schemeClr val="tx1"/>
                </a:solidFill>
                <a:latin typeface="Times New Roman" pitchFamily="18" charset="0"/>
                <a:ea typeface="宋体" charset="0"/>
                <a:cs typeface="Century Gothic" charset="0"/>
              </a:rPr>
              <a:t>Abstract</a:t>
            </a:r>
            <a:endParaRPr lang="en-US" altLang="zh-CN" sz="2400" b="0" i="0" u="none" strike="noStrike" kern="1200" cap="none" spc="0" baseline="0">
              <a:solidFill>
                <a:schemeClr val="tx1"/>
              </a:solidFill>
              <a:latin typeface="Century Gothic" charset="0"/>
              <a:ea typeface="宋体" charset="0"/>
              <a:cs typeface="Century Gothic" charset="0"/>
            </a:endParaRPr>
          </a:p>
          <a:p>
            <a:pPr marL="0" indent="0" algn="l">
              <a:lnSpc>
                <a:spcPct val="100000"/>
              </a:lnSpc>
              <a:spcBef>
                <a:spcPts val="0"/>
              </a:spcBef>
              <a:spcAft>
                <a:spcPts val="0"/>
              </a:spcAft>
              <a:buNone/>
            </a:pPr>
            <a:r>
              <a:rPr lang="en-US" altLang="zh-CN" sz="2400" b="0" i="0" u="none" strike="noStrike" kern="1200" cap="none" spc="0" baseline="0">
                <a:solidFill>
                  <a:schemeClr val="tx1"/>
                </a:solidFill>
                <a:latin typeface="Times New Roman" pitchFamily="18" charset="0"/>
                <a:ea typeface="宋体" charset="0"/>
                <a:cs typeface="Century Gothic" charset="0"/>
              </a:rPr>
              <a:t>1.Introduction</a:t>
            </a:r>
          </a:p>
          <a:p>
            <a:pPr marL="0" indent="0" algn="l">
              <a:lnSpc>
                <a:spcPct val="100000"/>
              </a:lnSpc>
              <a:spcBef>
                <a:spcPts val="0"/>
              </a:spcBef>
              <a:spcAft>
                <a:spcPts val="0"/>
              </a:spcAft>
              <a:buNone/>
            </a:pPr>
            <a:r>
              <a:rPr lang="en-US" altLang="zh-CN" sz="2400" b="0" i="0" u="none" strike="noStrike" kern="1200" cap="none" spc="0" baseline="0">
                <a:solidFill>
                  <a:schemeClr val="tx1"/>
                </a:solidFill>
                <a:latin typeface="Times New Roman" pitchFamily="18" charset="0"/>
                <a:ea typeface="宋体" charset="0"/>
                <a:cs typeface="Century Gothic" charset="0"/>
              </a:rPr>
              <a:t>2.System Requirements</a:t>
            </a:r>
            <a:endParaRPr lang="en-US" altLang="zh-CN" sz="2400" b="0" i="0" u="none" strike="noStrike" kern="1200" cap="none" spc="0" baseline="0">
              <a:solidFill>
                <a:schemeClr val="tx1"/>
              </a:solidFill>
              <a:latin typeface="Century Gothic" charset="0"/>
              <a:ea typeface="宋体" charset="0"/>
              <a:cs typeface="Century Gothic" charset="0"/>
            </a:endParaRPr>
          </a:p>
          <a:p>
            <a:pPr marL="0" indent="0" algn="l">
              <a:lnSpc>
                <a:spcPct val="100000"/>
              </a:lnSpc>
              <a:spcBef>
                <a:spcPts val="0"/>
              </a:spcBef>
              <a:spcAft>
                <a:spcPts val="0"/>
              </a:spcAft>
              <a:buNone/>
            </a:pPr>
            <a:r>
              <a:rPr lang="en-US" altLang="zh-CN" sz="2400" b="0" i="0" u="none" strike="noStrike" kern="1200" cap="none" spc="0" baseline="0">
                <a:solidFill>
                  <a:schemeClr val="tx1"/>
                </a:solidFill>
                <a:latin typeface="Times New Roman" pitchFamily="18" charset="0"/>
                <a:ea typeface="宋体" charset="0"/>
                <a:cs typeface="Century Gothic" charset="0"/>
              </a:rPr>
              <a:t>3.Literature Review</a:t>
            </a:r>
            <a:endParaRPr lang="en-US" altLang="zh-CN" sz="2400" b="0" i="0" u="none" strike="noStrike" kern="1200" cap="none" spc="0" baseline="0">
              <a:solidFill>
                <a:schemeClr val="tx1"/>
              </a:solidFill>
              <a:latin typeface="Century Gothic" charset="0"/>
              <a:ea typeface="宋体" charset="0"/>
              <a:cs typeface="Century Gothic" charset="0"/>
            </a:endParaRPr>
          </a:p>
          <a:p>
            <a:pPr marL="0" indent="0" algn="l">
              <a:lnSpc>
                <a:spcPct val="100000"/>
              </a:lnSpc>
              <a:spcBef>
                <a:spcPts val="0"/>
              </a:spcBef>
              <a:spcAft>
                <a:spcPts val="0"/>
              </a:spcAft>
              <a:buNone/>
            </a:pPr>
            <a:r>
              <a:rPr lang="en-US" altLang="zh-CN" sz="2400" b="0" i="0" u="none" strike="noStrike" kern="1200" cap="none" spc="0" baseline="0">
                <a:solidFill>
                  <a:schemeClr val="tx1"/>
                </a:solidFill>
                <a:latin typeface="Times New Roman" pitchFamily="18" charset="0"/>
                <a:ea typeface="宋体" charset="0"/>
                <a:cs typeface="Century Gothic" charset="0"/>
              </a:rPr>
              <a:t>4.Data Dictionary</a:t>
            </a:r>
            <a:endParaRPr lang="en-US" altLang="zh-CN" sz="2400" b="0" i="0" u="none" strike="noStrike" kern="1200" cap="none" spc="0" baseline="0">
              <a:solidFill>
                <a:schemeClr val="tx1"/>
              </a:solidFill>
              <a:latin typeface="Century Gothic" charset="0"/>
              <a:ea typeface="宋体" charset="0"/>
              <a:cs typeface="Century Gothic" charset="0"/>
            </a:endParaRPr>
          </a:p>
          <a:p>
            <a:pPr marL="0" indent="0" algn="l">
              <a:lnSpc>
                <a:spcPct val="100000"/>
              </a:lnSpc>
              <a:spcBef>
                <a:spcPts val="0"/>
              </a:spcBef>
              <a:spcAft>
                <a:spcPts val="0"/>
              </a:spcAft>
              <a:buNone/>
            </a:pPr>
            <a:r>
              <a:rPr lang="en-US" altLang="zh-CN" sz="2400" b="0" i="0" u="none" strike="noStrike" kern="1200" cap="none" spc="0" baseline="0">
                <a:solidFill>
                  <a:schemeClr val="tx1"/>
                </a:solidFill>
                <a:latin typeface="Times New Roman" pitchFamily="18" charset="0"/>
                <a:ea typeface="宋体" charset="0"/>
                <a:cs typeface="Century Gothic" charset="0"/>
              </a:rPr>
              <a:t>5.Data Preprocessing</a:t>
            </a:r>
            <a:endParaRPr lang="en-US" altLang="zh-CN" sz="2400" b="0" i="0" u="none" strike="noStrike" kern="1200" cap="none" spc="0" baseline="0">
              <a:solidFill>
                <a:schemeClr val="tx1"/>
              </a:solidFill>
              <a:latin typeface="Century Gothic" charset="0"/>
              <a:ea typeface="宋体" charset="0"/>
              <a:cs typeface="Century Gothic" charset="0"/>
            </a:endParaRPr>
          </a:p>
          <a:p>
            <a:pPr marL="0" indent="0" algn="l">
              <a:lnSpc>
                <a:spcPct val="100000"/>
              </a:lnSpc>
              <a:spcBef>
                <a:spcPts val="0"/>
              </a:spcBef>
              <a:spcAft>
                <a:spcPts val="0"/>
              </a:spcAft>
              <a:buNone/>
            </a:pPr>
            <a:r>
              <a:rPr lang="en-US" altLang="zh-CN" sz="2400" b="0" i="0" u="none" strike="noStrike" kern="1200" cap="none" spc="0" baseline="0">
                <a:solidFill>
                  <a:schemeClr val="tx1"/>
                </a:solidFill>
                <a:latin typeface="Times New Roman" pitchFamily="18" charset="0"/>
                <a:ea typeface="宋体" charset="0"/>
                <a:cs typeface="Century Gothic" charset="0"/>
              </a:rPr>
              <a:t>6.Exploratory Data Analysis (EDA)</a:t>
            </a:r>
            <a:endParaRPr lang="en-US" altLang="zh-CN" sz="2400" b="0" i="0" u="none" strike="noStrike" kern="1200" cap="none" spc="0" baseline="0">
              <a:solidFill>
                <a:schemeClr val="tx1"/>
              </a:solidFill>
              <a:latin typeface="Century Gothic" charset="0"/>
              <a:ea typeface="宋体" charset="0"/>
              <a:cs typeface="Century Gothic" charset="0"/>
            </a:endParaRPr>
          </a:p>
          <a:p>
            <a:pPr marL="0" indent="0" algn="l">
              <a:lnSpc>
                <a:spcPct val="100000"/>
              </a:lnSpc>
              <a:spcBef>
                <a:spcPts val="0"/>
              </a:spcBef>
              <a:spcAft>
                <a:spcPts val="0"/>
              </a:spcAft>
              <a:buNone/>
            </a:pPr>
            <a:r>
              <a:rPr lang="en-US" altLang="zh-CN" sz="2400" b="0" i="0" u="none" strike="noStrike" kern="1200" cap="none" spc="0" baseline="0">
                <a:solidFill>
                  <a:schemeClr val="tx1"/>
                </a:solidFill>
                <a:latin typeface="Times New Roman" pitchFamily="18" charset="0"/>
                <a:ea typeface="宋体" charset="0"/>
                <a:cs typeface="Century Gothic" charset="0"/>
              </a:rPr>
              <a:t>7.Feature Selection</a:t>
            </a:r>
            <a:endParaRPr lang="en-US" altLang="zh-CN" sz="2400" b="0" i="0" u="none" strike="noStrike" kern="1200" cap="none" spc="0" baseline="0">
              <a:solidFill>
                <a:schemeClr val="tx1"/>
              </a:solidFill>
              <a:latin typeface="Century Gothic" charset="0"/>
              <a:ea typeface="宋体" charset="0"/>
              <a:cs typeface="Century Gothic" charset="0"/>
            </a:endParaRPr>
          </a:p>
          <a:p>
            <a:pPr marL="0" indent="0" algn="l">
              <a:lnSpc>
                <a:spcPct val="100000"/>
              </a:lnSpc>
              <a:spcBef>
                <a:spcPts val="0"/>
              </a:spcBef>
              <a:spcAft>
                <a:spcPts val="0"/>
              </a:spcAft>
              <a:buNone/>
            </a:pPr>
            <a:r>
              <a:rPr lang="en-US" altLang="zh-CN" sz="2400" b="0" i="0" u="none" strike="noStrike" kern="1200" cap="none" spc="0" baseline="0">
                <a:solidFill>
                  <a:schemeClr val="tx1"/>
                </a:solidFill>
                <a:latin typeface="Times New Roman" pitchFamily="18" charset="0"/>
                <a:ea typeface="宋体" charset="0"/>
                <a:cs typeface="Century Gothic" charset="0"/>
              </a:rPr>
              <a:t>8.Model Building</a:t>
            </a:r>
            <a:endParaRPr lang="en-US" altLang="zh-CN" sz="2400" b="0" i="0" u="none" strike="noStrike" kern="1200" cap="none" spc="0" baseline="0">
              <a:solidFill>
                <a:schemeClr val="tx1"/>
              </a:solidFill>
              <a:latin typeface="Century Gothic" charset="0"/>
              <a:ea typeface="宋体" charset="0"/>
              <a:cs typeface="Century Gothic" charset="0"/>
            </a:endParaRPr>
          </a:p>
          <a:p>
            <a:pPr marL="0" indent="0" algn="l">
              <a:lnSpc>
                <a:spcPct val="100000"/>
              </a:lnSpc>
              <a:spcBef>
                <a:spcPts val="0"/>
              </a:spcBef>
              <a:spcAft>
                <a:spcPts val="0"/>
              </a:spcAft>
              <a:buNone/>
            </a:pPr>
            <a:r>
              <a:rPr lang="en-US" altLang="zh-CN" sz="2400" b="0" i="0" u="none" strike="noStrike" kern="1200" cap="none" spc="0" baseline="0">
                <a:solidFill>
                  <a:schemeClr val="tx1"/>
                </a:solidFill>
                <a:latin typeface="Times New Roman" pitchFamily="18" charset="0"/>
                <a:ea typeface="宋体" charset="0"/>
                <a:cs typeface="Century Gothic" charset="0"/>
              </a:rPr>
              <a:t>9.Model Evaluation</a:t>
            </a:r>
            <a:endParaRPr lang="en-US" altLang="zh-CN" sz="2400" b="0" i="0" u="none" strike="noStrike" kern="1200" cap="none" spc="0" baseline="0">
              <a:solidFill>
                <a:schemeClr val="tx1"/>
              </a:solidFill>
              <a:latin typeface="Century Gothic" charset="0"/>
              <a:ea typeface="宋体" charset="0"/>
              <a:cs typeface="Century Gothic" charset="0"/>
            </a:endParaRPr>
          </a:p>
          <a:p>
            <a:pPr marL="0" indent="0" algn="l">
              <a:lnSpc>
                <a:spcPct val="100000"/>
              </a:lnSpc>
              <a:spcBef>
                <a:spcPts val="0"/>
              </a:spcBef>
              <a:spcAft>
                <a:spcPts val="0"/>
              </a:spcAft>
              <a:buNone/>
            </a:pPr>
            <a:r>
              <a:rPr lang="en-US" altLang="zh-CN" sz="2400" b="0" i="0" u="none" strike="noStrike" kern="1200" cap="none" spc="0" baseline="0">
                <a:solidFill>
                  <a:schemeClr val="tx1"/>
                </a:solidFill>
                <a:latin typeface="Times New Roman" pitchFamily="18" charset="0"/>
                <a:ea typeface="宋体" charset="0"/>
                <a:cs typeface="Century Gothic" charset="0"/>
              </a:rPr>
              <a:t>10.Model Implementation/Actionable Insights</a:t>
            </a:r>
          </a:p>
          <a:p>
            <a:pPr marL="0" indent="0" algn="l">
              <a:lnSpc>
                <a:spcPct val="100000"/>
              </a:lnSpc>
              <a:spcBef>
                <a:spcPts val="0"/>
              </a:spcBef>
              <a:spcAft>
                <a:spcPts val="0"/>
              </a:spcAft>
              <a:buNone/>
            </a:pPr>
            <a:r>
              <a:rPr lang="en-US" altLang="zh-CN" sz="2400" b="0" i="0" u="none" strike="noStrike" kern="1200" cap="none" spc="0" baseline="0">
                <a:solidFill>
                  <a:schemeClr val="tx1"/>
                </a:solidFill>
                <a:latin typeface="Times New Roman" pitchFamily="18" charset="0"/>
                <a:ea typeface="宋体" charset="0"/>
                <a:cs typeface="Century Gothic" charset="0"/>
              </a:rPr>
              <a:t>11.Screenshot</a:t>
            </a:r>
            <a:endParaRPr lang="en-US" altLang="zh-CN" sz="2400" b="0" i="0" u="none" strike="noStrike" kern="1200" cap="none" spc="0" baseline="0">
              <a:solidFill>
                <a:schemeClr val="tx1"/>
              </a:solidFill>
              <a:latin typeface="Century Gothic" charset="0"/>
              <a:ea typeface="宋体" charset="0"/>
              <a:cs typeface="Century Gothic" charset="0"/>
            </a:endParaRPr>
          </a:p>
          <a:p>
            <a:pPr marL="0" indent="0" algn="l">
              <a:lnSpc>
                <a:spcPct val="100000"/>
              </a:lnSpc>
              <a:spcBef>
                <a:spcPts val="0"/>
              </a:spcBef>
              <a:spcAft>
                <a:spcPts val="0"/>
              </a:spcAft>
              <a:buNone/>
            </a:pPr>
            <a:r>
              <a:rPr lang="en-US" altLang="zh-CN" sz="2400" b="0" i="0" u="none" strike="noStrike" kern="1200" cap="none" spc="0" baseline="0">
                <a:solidFill>
                  <a:schemeClr val="tx1"/>
                </a:solidFill>
                <a:latin typeface="Times New Roman" pitchFamily="18" charset="0"/>
                <a:ea typeface="宋体" charset="0"/>
                <a:cs typeface="Century Gothic" charset="0"/>
              </a:rPr>
              <a:t>12.Outcome/Output/Results</a:t>
            </a:r>
            <a:endParaRPr lang="en-US" altLang="zh-CN" sz="2400" b="0" i="0" u="none" strike="noStrike" kern="1200" cap="none" spc="0" baseline="0">
              <a:solidFill>
                <a:schemeClr val="tx1"/>
              </a:solidFill>
              <a:latin typeface="Century Gothic" charset="0"/>
              <a:ea typeface="宋体" charset="0"/>
              <a:cs typeface="Century Gothic" charset="0"/>
            </a:endParaRPr>
          </a:p>
          <a:p>
            <a:pPr marL="0" indent="0" algn="l">
              <a:lnSpc>
                <a:spcPct val="100000"/>
              </a:lnSpc>
              <a:spcBef>
                <a:spcPts val="0"/>
              </a:spcBef>
              <a:spcAft>
                <a:spcPts val="0"/>
              </a:spcAft>
              <a:buNone/>
            </a:pPr>
            <a:r>
              <a:rPr lang="en-US" altLang="zh-CN" sz="2400" b="0" i="0" u="none" strike="noStrike" kern="1200" cap="none" spc="0" baseline="0">
                <a:solidFill>
                  <a:schemeClr val="tx1"/>
                </a:solidFill>
                <a:latin typeface="Times New Roman" pitchFamily="18" charset="0"/>
                <a:ea typeface="宋体" charset="0"/>
                <a:cs typeface="Century Gothic" charset="0"/>
              </a:rPr>
              <a:t>13.Conclusion</a:t>
            </a:r>
            <a:endParaRPr lang="en-US" altLang="zh-CN" sz="2400" b="0" i="0" u="none" strike="noStrike" kern="1200" cap="none" spc="0" baseline="0">
              <a:solidFill>
                <a:schemeClr val="tx1"/>
              </a:solidFill>
              <a:latin typeface="Century Gothic" charset="0"/>
              <a:ea typeface="宋体" charset="0"/>
              <a:cs typeface="Century Gothic" charset="0"/>
            </a:endParaRPr>
          </a:p>
          <a:p>
            <a:pPr marL="0" indent="0" algn="l">
              <a:lnSpc>
                <a:spcPct val="100000"/>
              </a:lnSpc>
              <a:spcBef>
                <a:spcPts val="0"/>
              </a:spcBef>
              <a:spcAft>
                <a:spcPts val="0"/>
              </a:spcAft>
              <a:buNone/>
            </a:pPr>
            <a:br>
              <a:rPr lang="zh-CN" altLang="en-US" sz="1800" b="0" i="0" u="none" strike="noStrike" kern="1200" cap="none" spc="0" baseline="0">
                <a:solidFill>
                  <a:schemeClr val="tx1"/>
                </a:solidFill>
                <a:latin typeface="Century Gothic" charset="0"/>
                <a:ea typeface="宋体" charset="0"/>
                <a:cs typeface="Century Gothic" charset="0"/>
              </a:rPr>
            </a:br>
            <a:endParaRPr lang="zh-CN" altLang="en-US" sz="1800" b="0" i="0" u="none" strike="noStrike" kern="1200" cap="none" spc="0" baseline="0">
              <a:solidFill>
                <a:schemeClr val="tx1"/>
              </a:solidFill>
              <a:latin typeface="Century Gothic" charset="0"/>
              <a:ea typeface="宋体" charset="0"/>
              <a:cs typeface="Century Gothic" charset="0"/>
            </a:endParaRPr>
          </a:p>
        </p:txBody>
      </p:sp>
    </p:spTree>
    <p:extLst>
      <p:ext uri="{BB962C8B-B14F-4D97-AF65-F5344CB8AC3E}">
        <p14:creationId xmlns:p14="http://schemas.microsoft.com/office/powerpoint/2010/main" val="2860248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矩形"/>
          <p:cNvSpPr>
            <a:spLocks/>
          </p:cNvSpPr>
          <p:nvPr/>
        </p:nvSpPr>
        <p:spPr>
          <a:xfrm>
            <a:off x="348914" y="986589"/>
            <a:ext cx="3284621" cy="634365"/>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3600" b="1" i="0" u="none" strike="noStrike" kern="1200" cap="none" spc="0" baseline="0">
                <a:solidFill>
                  <a:schemeClr val="tx1"/>
                </a:solidFill>
                <a:latin typeface="Times New Roman" pitchFamily="18" charset="0"/>
                <a:ea typeface="宋体" charset="0"/>
                <a:cs typeface="Century Gothic" charset="0"/>
              </a:rPr>
              <a:t>Abstract:</a:t>
            </a:r>
            <a:endParaRPr lang="zh-CN" altLang="en-US" sz="3600" b="0" i="0" u="none" strike="noStrike" kern="1200" cap="none" spc="0" baseline="0">
              <a:solidFill>
                <a:schemeClr val="tx1"/>
              </a:solidFill>
              <a:latin typeface="Century Gothic" charset="0"/>
              <a:ea typeface="宋体" charset="0"/>
              <a:cs typeface="Century Gothic" charset="0"/>
            </a:endParaRPr>
          </a:p>
        </p:txBody>
      </p:sp>
      <p:sp>
        <p:nvSpPr>
          <p:cNvPr id="24" name="矩形"/>
          <p:cNvSpPr>
            <a:spLocks/>
          </p:cNvSpPr>
          <p:nvPr/>
        </p:nvSpPr>
        <p:spPr>
          <a:xfrm>
            <a:off x="565484" y="1898131"/>
            <a:ext cx="11381874" cy="3930016"/>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000" b="0" i="0" u="none" strike="noStrike" kern="1200" cap="none" spc="0" baseline="0">
                <a:solidFill>
                  <a:schemeClr val="tx1"/>
                </a:solidFill>
                <a:latin typeface="Times New Roman" pitchFamily="18" charset="0"/>
                <a:ea typeface="宋体" charset="0"/>
                <a:cs typeface="Century Gothic" charset="0"/>
              </a:rPr>
              <a:t>         Calculating tenure, creating categorical variables, or aggregating data are essential preprocessing steps. Next, the data is split into training and testing sets to train the model on one portion and evaluate its performance on another, which helps assess how well the model generalizes to new data. Model selection involves choosing appropriate machine learning algorithms for predicting employee attrition, with common choices including logistic regression, decision trees, random forests, and support vector machines. The selected model is then trained on the training data to learn patterns and relationships between employee attributes and attrition. The trained model's performance is evaluated using metrics such as accuracy, precision, recall, and F1-score to assess how well it predicts employee attrition. Hyperparameter tuning is conducted to optimize the model's performance and generalization capabilities, often involving techniques like grid search or randomized search. Once optimized, the trained model is deployed into production to make predictions on new data, which may involve integrating the model into existing HR systems or creating a standalone application. Continuous monitoring and maintenance of the model's performance in production are necessary to ensure it remains accurate and effective over time.</a:t>
            </a:r>
            <a:endParaRPr lang="zh-CN" altLang="en-US" sz="2000" b="0" i="0" u="none" strike="noStrike" kern="1200" cap="none" spc="0" baseline="0">
              <a:solidFill>
                <a:schemeClr val="tx1"/>
              </a:solidFill>
              <a:latin typeface="Century Gothic" charset="0"/>
              <a:ea typeface="宋体" charset="0"/>
              <a:cs typeface="Century Gothic" charset="0"/>
            </a:endParaRPr>
          </a:p>
        </p:txBody>
      </p:sp>
    </p:spTree>
    <p:extLst>
      <p:ext uri="{BB962C8B-B14F-4D97-AF65-F5344CB8AC3E}">
        <p14:creationId xmlns:p14="http://schemas.microsoft.com/office/powerpoint/2010/main" val="20133086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矩形"/>
          <p:cNvSpPr>
            <a:spLocks/>
          </p:cNvSpPr>
          <p:nvPr/>
        </p:nvSpPr>
        <p:spPr>
          <a:xfrm>
            <a:off x="-493294" y="1066346"/>
            <a:ext cx="3549316" cy="1015365"/>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ctr">
              <a:lnSpc>
                <a:spcPct val="100000"/>
              </a:lnSpc>
              <a:spcBef>
                <a:spcPts val="0"/>
              </a:spcBef>
              <a:spcAft>
                <a:spcPts val="0"/>
              </a:spcAft>
              <a:buNone/>
            </a:pPr>
            <a:r>
              <a:rPr lang="en-US" altLang="zh-CN" sz="2600" b="1" i="0" u="none" strike="noStrike" kern="1200" cap="none" spc="0" baseline="0">
                <a:solidFill>
                  <a:schemeClr val="tx1"/>
                </a:solidFill>
                <a:latin typeface="Times New Roman" pitchFamily="18" charset="0"/>
                <a:ea typeface="宋体" charset="0"/>
                <a:cs typeface="Century Gothic" charset="0"/>
              </a:rPr>
              <a:t>Introduction:</a:t>
            </a:r>
            <a:endParaRPr lang="en-US" altLang="zh-CN" sz="2600" b="0" i="0" u="none" strike="noStrike" kern="1200" cap="none" spc="0" baseline="0">
              <a:solidFill>
                <a:schemeClr val="tx1"/>
              </a:solidFill>
              <a:latin typeface="Century Gothic" charset="0"/>
              <a:ea typeface="宋体" charset="0"/>
              <a:cs typeface="Century Gothic" charset="0"/>
            </a:endParaRPr>
          </a:p>
          <a:p>
            <a:pPr marL="0" indent="0" algn="l">
              <a:lnSpc>
                <a:spcPct val="100000"/>
              </a:lnSpc>
              <a:spcBef>
                <a:spcPts val="0"/>
              </a:spcBef>
              <a:spcAft>
                <a:spcPts val="0"/>
              </a:spcAft>
              <a:buNone/>
            </a:pPr>
            <a:br>
              <a:rPr lang="zh-CN" altLang="en-US" sz="1800" b="0" i="0" u="none" strike="noStrike" kern="1200" cap="none" spc="0" baseline="0">
                <a:solidFill>
                  <a:schemeClr val="tx1"/>
                </a:solidFill>
                <a:latin typeface="Century Gothic" charset="0"/>
                <a:ea typeface="宋体" charset="0"/>
                <a:cs typeface="Century Gothic" charset="0"/>
              </a:rPr>
            </a:br>
            <a:endParaRPr lang="zh-CN" altLang="en-US" sz="1800" b="0" i="0" u="none" strike="noStrike" kern="1200" cap="none" spc="0" baseline="0">
              <a:solidFill>
                <a:schemeClr val="tx1"/>
              </a:solidFill>
              <a:latin typeface="Century Gothic" charset="0"/>
              <a:ea typeface="宋体" charset="0"/>
              <a:cs typeface="Century Gothic" charset="0"/>
            </a:endParaRPr>
          </a:p>
        </p:txBody>
      </p:sp>
      <p:sp>
        <p:nvSpPr>
          <p:cNvPr id="26" name="矩形"/>
          <p:cNvSpPr>
            <a:spLocks/>
          </p:cNvSpPr>
          <p:nvPr/>
        </p:nvSpPr>
        <p:spPr>
          <a:xfrm>
            <a:off x="409072" y="1980473"/>
            <a:ext cx="11008896" cy="977265"/>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just" fontAlgn="base">
              <a:lnSpc>
                <a:spcPct val="100000"/>
              </a:lnSpc>
              <a:spcBef>
                <a:spcPts val="0"/>
              </a:spcBef>
              <a:spcAft>
                <a:spcPts val="0"/>
              </a:spcAft>
              <a:buNone/>
            </a:pPr>
            <a:r>
              <a:rPr lang="en-US" altLang="zh-CN" sz="2000" b="0" i="0" u="none" strike="noStrike" kern="1200" cap="none" spc="0" baseline="0">
                <a:solidFill>
                  <a:schemeClr val="tx1"/>
                </a:solidFill>
                <a:latin typeface="Times New Roman" pitchFamily="18" charset="0"/>
                <a:ea typeface="宋体" charset="0"/>
                <a:cs typeface="Century Gothic" charset="0"/>
              </a:rPr>
              <a:t>       Employee attrition prediction involves forecasting the likelihood of employees leaving an organization based on various factors. In today's dynamic work environment, understanding and managing employee turnover is crucial for organizational success.</a:t>
            </a:r>
            <a:endParaRPr lang="zh-CN" altLang="en-US" sz="2000" b="0" i="0" u="none" strike="noStrike" kern="1200" cap="none" spc="0" baseline="0">
              <a:solidFill>
                <a:schemeClr val="tx1"/>
              </a:solidFill>
              <a:latin typeface="Times New Roman" pitchFamily="18" charset="0"/>
              <a:ea typeface="宋体" charset="0"/>
              <a:cs typeface="Century Gothic" charset="0"/>
            </a:endParaRPr>
          </a:p>
        </p:txBody>
      </p:sp>
      <p:sp>
        <p:nvSpPr>
          <p:cNvPr id="27" name="矩形"/>
          <p:cNvSpPr>
            <a:spLocks/>
          </p:cNvSpPr>
          <p:nvPr/>
        </p:nvSpPr>
        <p:spPr>
          <a:xfrm>
            <a:off x="259817" y="3448597"/>
            <a:ext cx="3096234" cy="453390"/>
          </a:xfrm>
          <a:prstGeom prst="rect">
            <a:avLst/>
          </a:prstGeom>
          <a:noFill/>
          <a:ln w="12700" cap="flat" cmpd="sng">
            <a:noFill/>
            <a:prstDash val="solid"/>
            <a:miter/>
          </a:ln>
        </p:spPr>
        <p:txBody>
          <a:bodyPr vert="horz" wrap="non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400" b="1" i="0" u="none" strike="noStrike" kern="1200" cap="none" spc="0" baseline="0">
                <a:solidFill>
                  <a:schemeClr val="tx1"/>
                </a:solidFill>
                <a:latin typeface="Times New Roman" pitchFamily="18" charset="0"/>
                <a:ea typeface="宋体" charset="0"/>
                <a:cs typeface="Century Gothic" charset="0"/>
              </a:rPr>
              <a:t>What is Data Science?</a:t>
            </a:r>
            <a:endParaRPr lang="zh-CN" altLang="en-US" sz="2400" b="0" i="0" u="none" strike="noStrike" kern="1200" cap="none" spc="0" baseline="0">
              <a:solidFill>
                <a:schemeClr val="tx1"/>
              </a:solidFill>
              <a:latin typeface="Century Gothic" charset="0"/>
              <a:ea typeface="宋体" charset="0"/>
              <a:cs typeface="Century Gothic" charset="0"/>
            </a:endParaRPr>
          </a:p>
        </p:txBody>
      </p:sp>
      <p:sp>
        <p:nvSpPr>
          <p:cNvPr id="28" name="矩形"/>
          <p:cNvSpPr>
            <a:spLocks/>
          </p:cNvSpPr>
          <p:nvPr/>
        </p:nvSpPr>
        <p:spPr>
          <a:xfrm>
            <a:off x="562474" y="4476071"/>
            <a:ext cx="10702089" cy="127254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just" fontAlgn="base">
              <a:lnSpc>
                <a:spcPct val="100000"/>
              </a:lnSpc>
              <a:spcBef>
                <a:spcPts val="1500"/>
              </a:spcBef>
              <a:spcAft>
                <a:spcPts val="1000"/>
              </a:spcAft>
              <a:buNone/>
            </a:pPr>
            <a:r>
              <a:rPr lang="en-US" altLang="zh-CN" sz="2000" b="0" i="0" u="none" strike="noStrike" kern="1200" cap="none" spc="0" baseline="0">
                <a:solidFill>
                  <a:schemeClr val="tx1"/>
                </a:solidFill>
                <a:latin typeface="Times New Roman" pitchFamily="18" charset="0"/>
                <a:ea typeface="宋体" charset="0"/>
                <a:cs typeface="Century Gothic" charset="0"/>
              </a:rPr>
              <a:t>     Data science is like putting on a pair of special glasses that let you see things others can't. Imagine you're at a bustling carnival, surrounded by colorful games and prizes. While everyone else is caught up in the excitement, you, with your data science glasses, start noticing patterns in how people play and win.</a:t>
            </a:r>
            <a:endParaRPr lang="zh-CN" altLang="en-US" sz="2000" b="0" i="0" u="none" strike="noStrike" kern="1200" cap="none" spc="0" baseline="0">
              <a:solidFill>
                <a:schemeClr val="tx1"/>
              </a:solidFill>
              <a:latin typeface="Times New Roman" pitchFamily="18" charset="0"/>
              <a:ea typeface="宋体" charset="0"/>
              <a:cs typeface="Century Gothic" charset="0"/>
            </a:endParaRPr>
          </a:p>
        </p:txBody>
      </p:sp>
    </p:spTree>
    <p:extLst>
      <p:ext uri="{BB962C8B-B14F-4D97-AF65-F5344CB8AC3E}">
        <p14:creationId xmlns:p14="http://schemas.microsoft.com/office/powerpoint/2010/main" val="10727521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 name="矩形"/>
          <p:cNvSpPr>
            <a:spLocks/>
          </p:cNvSpPr>
          <p:nvPr/>
        </p:nvSpPr>
        <p:spPr>
          <a:xfrm>
            <a:off x="311611" y="1006460"/>
            <a:ext cx="3374212" cy="481964"/>
          </a:xfrm>
          <a:prstGeom prst="rect">
            <a:avLst/>
          </a:prstGeom>
          <a:noFill/>
          <a:ln w="12700" cap="flat" cmpd="sng">
            <a:noFill/>
            <a:prstDash val="solid"/>
            <a:miter/>
          </a:ln>
        </p:spPr>
        <p:txBody>
          <a:bodyPr vert="horz" wrap="non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600" b="1" i="0" u="none" strike="noStrike" kern="1200" cap="none" spc="0" baseline="0">
                <a:solidFill>
                  <a:schemeClr val="tx1"/>
                </a:solidFill>
                <a:latin typeface="Times New Roman" pitchFamily="18" charset="0"/>
                <a:ea typeface="宋体" charset="0"/>
                <a:cs typeface="Century Gothic" charset="0"/>
              </a:rPr>
              <a:t>System Requirements:</a:t>
            </a:r>
            <a:endParaRPr lang="zh-CN" altLang="en-US" sz="2600" b="0" i="0" u="none" strike="noStrike" kern="1200" cap="none" spc="0" baseline="0">
              <a:solidFill>
                <a:schemeClr val="tx1"/>
              </a:solidFill>
              <a:latin typeface="Century Gothic" charset="0"/>
              <a:ea typeface="宋体" charset="0"/>
              <a:cs typeface="Century Gothic" charset="0"/>
            </a:endParaRPr>
          </a:p>
        </p:txBody>
      </p:sp>
      <p:sp>
        <p:nvSpPr>
          <p:cNvPr id="30" name="矩形"/>
          <p:cNvSpPr>
            <a:spLocks/>
          </p:cNvSpPr>
          <p:nvPr/>
        </p:nvSpPr>
        <p:spPr>
          <a:xfrm>
            <a:off x="1110915" y="2586278"/>
            <a:ext cx="6096000" cy="1272539"/>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342900" indent="-342900" algn="just" fontAlgn="base">
              <a:lnSpc>
                <a:spcPct val="100000"/>
              </a:lnSpc>
              <a:spcBef>
                <a:spcPts val="0"/>
              </a:spcBef>
              <a:spcAft>
                <a:spcPts val="0"/>
              </a:spcAft>
              <a:buFont typeface="Wingdings" pitchFamily="2" charset="2"/>
              <a:buChar char="ü"/>
            </a:pPr>
            <a:r>
              <a:rPr lang="en-US" altLang="zh-CN" sz="2000" b="1" i="0" u="none" strike="noStrike" kern="1200" cap="none" spc="0" baseline="0">
                <a:solidFill>
                  <a:srgbClr val="FFFF00"/>
                </a:solidFill>
                <a:latin typeface="Times New Roman" pitchFamily="18" charset="0"/>
                <a:ea typeface="宋体" charset="0"/>
                <a:cs typeface="Century Gothic" charset="0"/>
              </a:rPr>
              <a:t>Operating System (OS):</a:t>
            </a:r>
            <a:r>
              <a:rPr lang="en-US" altLang="zh-CN" sz="2000" b="0" i="0" u="none" strike="noStrike" kern="1200" cap="none" spc="0" baseline="0">
                <a:solidFill>
                  <a:srgbClr val="FFFF00"/>
                </a:solidFill>
                <a:latin typeface="Times New Roman" pitchFamily="18" charset="0"/>
                <a:ea typeface="宋体" charset="0"/>
                <a:cs typeface="Century Gothic" charset="0"/>
              </a:rPr>
              <a:t> </a:t>
            </a:r>
            <a:r>
              <a:rPr lang="en-US" altLang="zh-CN" sz="2000" b="0" i="0" u="none" strike="noStrike" kern="1200" cap="none" spc="0" baseline="0">
                <a:solidFill>
                  <a:schemeClr val="tx1"/>
                </a:solidFill>
                <a:latin typeface="Times New Roman" pitchFamily="18" charset="0"/>
                <a:ea typeface="宋体" charset="0"/>
                <a:cs typeface="Century Gothic" charset="0"/>
              </a:rPr>
              <a:t>Windows 10, mac OS, Linux (Ubuntu, CentOS, etc.)</a:t>
            </a:r>
          </a:p>
          <a:p>
            <a:pPr marL="342900" indent="-342900" algn="just" fontAlgn="base">
              <a:lnSpc>
                <a:spcPct val="100000"/>
              </a:lnSpc>
              <a:spcBef>
                <a:spcPts val="0"/>
              </a:spcBef>
              <a:spcAft>
                <a:spcPts val="0"/>
              </a:spcAft>
              <a:buFont typeface="Wingdings" pitchFamily="2" charset="2"/>
              <a:buChar char="ü"/>
            </a:pPr>
            <a:r>
              <a:rPr lang="en-US" altLang="zh-CN" sz="2000" b="1" i="0" u="none" strike="noStrike" kern="1200" cap="none" spc="0" baseline="0">
                <a:solidFill>
                  <a:srgbClr val="FFFF00"/>
                </a:solidFill>
                <a:latin typeface="Times New Roman" pitchFamily="18" charset="0"/>
                <a:ea typeface="宋体" charset="0"/>
                <a:cs typeface="Century Gothic" charset="0"/>
              </a:rPr>
              <a:t>Platform:</a:t>
            </a:r>
            <a:r>
              <a:rPr lang="en-US" altLang="zh-CN" sz="2000" b="0" i="0" u="none" strike="noStrike" kern="1200" cap="none" spc="0" baseline="0">
                <a:solidFill>
                  <a:srgbClr val="FFFF00"/>
                </a:solidFill>
                <a:latin typeface="Times New Roman" pitchFamily="18" charset="0"/>
                <a:ea typeface="宋体" charset="0"/>
                <a:cs typeface="Century Gothic" charset="0"/>
              </a:rPr>
              <a:t> </a:t>
            </a:r>
            <a:r>
              <a:rPr lang="en-US" altLang="zh-CN" sz="2000" b="0" i="0" u="none" strike="noStrike" kern="1200" cap="none" spc="0" baseline="0">
                <a:solidFill>
                  <a:schemeClr val="tx1"/>
                </a:solidFill>
                <a:latin typeface="Times New Roman" pitchFamily="18" charset="0"/>
                <a:ea typeface="宋体" charset="0"/>
                <a:cs typeface="Century Gothic" charset="0"/>
              </a:rPr>
              <a:t>Python 3.x</a:t>
            </a:r>
          </a:p>
          <a:p>
            <a:pPr marL="342900" indent="-342900" algn="l">
              <a:lnSpc>
                <a:spcPct val="100000"/>
              </a:lnSpc>
              <a:spcBef>
                <a:spcPts val="0"/>
              </a:spcBef>
              <a:spcAft>
                <a:spcPts val="0"/>
              </a:spcAft>
              <a:buFont typeface="Wingdings" pitchFamily="2" charset="2"/>
              <a:buChar char="ü"/>
            </a:pPr>
            <a:r>
              <a:rPr lang="en-US" altLang="zh-CN" sz="2000" b="1" i="0" u="none" strike="noStrike" kern="1200" cap="none" spc="0" baseline="0">
                <a:solidFill>
                  <a:srgbClr val="FFFF00"/>
                </a:solidFill>
                <a:latin typeface="Times New Roman" pitchFamily="18" charset="0"/>
                <a:ea typeface="宋体" charset="0"/>
                <a:cs typeface="Century Gothic" charset="0"/>
              </a:rPr>
              <a:t>Tools</a:t>
            </a:r>
            <a:r>
              <a:rPr lang="en-US" altLang="zh-CN" sz="2000" b="0" i="0" u="none" strike="noStrike" kern="1200" cap="none" spc="0" baseline="0">
                <a:solidFill>
                  <a:srgbClr val="FFFF00"/>
                </a:solidFill>
                <a:latin typeface="Times New Roman" pitchFamily="18" charset="0"/>
                <a:ea typeface="宋体" charset="0"/>
                <a:cs typeface="Century Gothic" charset="0"/>
              </a:rPr>
              <a:t>: </a:t>
            </a:r>
            <a:r>
              <a:rPr lang="en-US" altLang="zh-CN" sz="2000" b="0" i="0" u="none" strike="noStrike" kern="1200" cap="none" spc="0" baseline="0">
                <a:solidFill>
                  <a:schemeClr val="tx1"/>
                </a:solidFill>
                <a:latin typeface="Times New Roman" pitchFamily="18" charset="0"/>
                <a:ea typeface="宋体" charset="0"/>
                <a:cs typeface="Century Gothic" charset="0"/>
              </a:rPr>
              <a:t>Anaconda or Miniconda</a:t>
            </a:r>
            <a:endParaRPr lang="zh-CN" altLang="en-US" sz="2000" b="0" i="0" u="none" strike="noStrike" kern="1200" cap="none" spc="0" baseline="0">
              <a:solidFill>
                <a:schemeClr val="tx1"/>
              </a:solidFill>
              <a:latin typeface="Century Gothic" charset="0"/>
              <a:ea typeface="宋体" charset="0"/>
              <a:cs typeface="Century Gothic" charset="0"/>
            </a:endParaRPr>
          </a:p>
        </p:txBody>
      </p:sp>
      <p:sp>
        <p:nvSpPr>
          <p:cNvPr id="31" name="矩形"/>
          <p:cNvSpPr>
            <a:spLocks/>
          </p:cNvSpPr>
          <p:nvPr/>
        </p:nvSpPr>
        <p:spPr>
          <a:xfrm>
            <a:off x="733687" y="1827146"/>
            <a:ext cx="4367199" cy="424815"/>
          </a:xfrm>
          <a:prstGeom prst="rect">
            <a:avLst/>
          </a:prstGeom>
          <a:noFill/>
          <a:ln w="12700" cap="flat" cmpd="sng">
            <a:noFill/>
            <a:prstDash val="solid"/>
            <a:miter/>
          </a:ln>
        </p:spPr>
        <p:txBody>
          <a:bodyPr vert="horz" wrap="non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200" b="1" i="0" u="none" strike="noStrike" kern="1200" cap="none" spc="0" baseline="0">
                <a:solidFill>
                  <a:srgbClr val="82E0CE"/>
                </a:solidFill>
                <a:latin typeface="Times New Roman" pitchFamily="18" charset="0"/>
                <a:ea typeface="宋体" charset="0"/>
                <a:cs typeface="Century Gothic" charset="0"/>
              </a:rPr>
              <a:t>Minimum Software Requirements:</a:t>
            </a:r>
            <a:endParaRPr lang="zh-CN" altLang="en-US" sz="2200" b="0" i="0" u="none" strike="noStrike" kern="1200" cap="none" spc="0" baseline="0">
              <a:solidFill>
                <a:srgbClr val="82E0CE"/>
              </a:solidFill>
              <a:latin typeface="Century Gothic" charset="0"/>
              <a:ea typeface="宋体" charset="0"/>
              <a:cs typeface="Century Gothic" charset="0"/>
            </a:endParaRPr>
          </a:p>
        </p:txBody>
      </p:sp>
      <p:sp>
        <p:nvSpPr>
          <p:cNvPr id="32" name="矩形"/>
          <p:cNvSpPr>
            <a:spLocks/>
          </p:cNvSpPr>
          <p:nvPr/>
        </p:nvSpPr>
        <p:spPr>
          <a:xfrm>
            <a:off x="838009" y="4053295"/>
            <a:ext cx="4213479" cy="386715"/>
          </a:xfrm>
          <a:prstGeom prst="rect">
            <a:avLst/>
          </a:prstGeom>
          <a:noFill/>
          <a:ln w="12700" cap="flat" cmpd="sng">
            <a:noFill/>
            <a:prstDash val="solid"/>
            <a:miter/>
          </a:ln>
        </p:spPr>
        <p:txBody>
          <a:bodyPr vert="horz" wrap="non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000" b="1" i="0" u="none" strike="noStrike" kern="1200" cap="none" spc="0" baseline="0">
                <a:solidFill>
                  <a:srgbClr val="82E0CE"/>
                </a:solidFill>
                <a:latin typeface="Times New Roman" pitchFamily="18" charset="0"/>
                <a:ea typeface="宋体" charset="0"/>
                <a:cs typeface="Century Gothic" charset="0"/>
              </a:rPr>
              <a:t>Minimum Hardware Requirements:</a:t>
            </a:r>
            <a:r>
              <a:rPr lang="en-US" altLang="zh-CN" sz="2000" b="1" i="0" u="none" strike="noStrike" kern="1200" cap="none" spc="0" baseline="0">
                <a:solidFill>
                  <a:srgbClr val="0D0D0D"/>
                </a:solidFill>
                <a:latin typeface="Times New Roman" pitchFamily="18" charset="0"/>
                <a:ea typeface="宋体" charset="0"/>
                <a:cs typeface="Century Gothic" charset="0"/>
              </a:rPr>
              <a:t>:</a:t>
            </a:r>
            <a:endParaRPr lang="zh-CN" altLang="en-US" sz="2000" b="0" i="0" u="none" strike="noStrike" kern="1200" cap="none" spc="0" baseline="0">
              <a:solidFill>
                <a:schemeClr val="tx1"/>
              </a:solidFill>
              <a:latin typeface="Century Gothic" charset="0"/>
              <a:ea typeface="宋体" charset="0"/>
              <a:cs typeface="Century Gothic" charset="0"/>
            </a:endParaRPr>
          </a:p>
        </p:txBody>
      </p:sp>
      <p:sp>
        <p:nvSpPr>
          <p:cNvPr id="33" name="矩形"/>
          <p:cNvSpPr>
            <a:spLocks/>
          </p:cNvSpPr>
          <p:nvPr/>
        </p:nvSpPr>
        <p:spPr>
          <a:xfrm>
            <a:off x="1207168" y="4802320"/>
            <a:ext cx="6096000" cy="624839"/>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285750" indent="-285750" algn="just" fontAlgn="base">
              <a:lnSpc>
                <a:spcPct val="100000"/>
              </a:lnSpc>
              <a:spcBef>
                <a:spcPts val="0"/>
              </a:spcBef>
              <a:spcAft>
                <a:spcPts val="0"/>
              </a:spcAft>
              <a:buFont typeface="Wingdings" pitchFamily="2" charset="2"/>
              <a:buChar char="ü"/>
            </a:pPr>
            <a:r>
              <a:rPr lang="en-US" altLang="zh-CN" sz="1800" b="1" i="0" u="none" strike="noStrike" kern="1200" cap="none" spc="0" baseline="0">
                <a:solidFill>
                  <a:srgbClr val="FFFF00"/>
                </a:solidFill>
                <a:latin typeface="Times New Roman" pitchFamily="18" charset="0"/>
                <a:ea typeface="宋体" charset="0"/>
                <a:cs typeface="Century Gothic" charset="0"/>
              </a:rPr>
              <a:t>Hard Disk: </a:t>
            </a:r>
            <a:r>
              <a:rPr lang="en-US" altLang="zh-CN" sz="1800" b="0" i="0" u="none" strike="noStrike" kern="1200" cap="none" spc="0" baseline="0">
                <a:solidFill>
                  <a:schemeClr val="tx1"/>
                </a:solidFill>
                <a:latin typeface="Times New Roman" pitchFamily="18" charset="0"/>
                <a:ea typeface="宋体" charset="0"/>
                <a:cs typeface="Century Gothic" charset="0"/>
              </a:rPr>
              <a:t>Minimum</a:t>
            </a:r>
            <a:r>
              <a:rPr lang="en-US" altLang="zh-CN" sz="1800" b="0" i="0" u="none" strike="noStrike" kern="1200" cap="none" spc="0" baseline="0">
                <a:solidFill>
                  <a:srgbClr val="FFFF00"/>
                </a:solidFill>
                <a:latin typeface="Times New Roman" pitchFamily="18" charset="0"/>
                <a:ea typeface="宋体" charset="0"/>
                <a:cs typeface="Century Gothic" charset="0"/>
              </a:rPr>
              <a:t> </a:t>
            </a:r>
            <a:r>
              <a:rPr lang="en-US" altLang="zh-CN" sz="1800" b="0" i="0" u="none" strike="noStrike" kern="1200" cap="none" spc="0" baseline="0">
                <a:solidFill>
                  <a:schemeClr val="tx1"/>
                </a:solidFill>
                <a:latin typeface="Times New Roman" pitchFamily="18" charset="0"/>
                <a:ea typeface="宋体" charset="0"/>
                <a:cs typeface="Century Gothic" charset="0"/>
              </a:rPr>
              <a:t>40GB</a:t>
            </a:r>
            <a:r>
              <a:rPr lang="en-US" altLang="zh-CN" sz="1800" b="0" i="0" u="none" strike="noStrike" kern="1200" cap="none" spc="0" baseline="0">
                <a:solidFill>
                  <a:srgbClr val="FFFF00"/>
                </a:solidFill>
                <a:latin typeface="Times New Roman" pitchFamily="18" charset="0"/>
                <a:ea typeface="宋体" charset="0"/>
                <a:cs typeface="Century Gothic" charset="0"/>
              </a:rPr>
              <a:t>.</a:t>
            </a:r>
          </a:p>
          <a:p>
            <a:pPr marL="285750" indent="-285750" algn="l">
              <a:lnSpc>
                <a:spcPct val="100000"/>
              </a:lnSpc>
              <a:spcBef>
                <a:spcPts val="0"/>
              </a:spcBef>
              <a:spcAft>
                <a:spcPts val="0"/>
              </a:spcAft>
              <a:buFont typeface="Wingdings" pitchFamily="2" charset="2"/>
              <a:buChar char="ü"/>
            </a:pPr>
            <a:r>
              <a:rPr lang="en-US" altLang="zh-CN" sz="1800" b="1" i="0" u="none" strike="noStrike" kern="1200" cap="none" spc="0" baseline="0">
                <a:solidFill>
                  <a:srgbClr val="FFFF00"/>
                </a:solidFill>
                <a:latin typeface="Times New Roman" pitchFamily="18" charset="0"/>
                <a:ea typeface="宋体" charset="0"/>
                <a:cs typeface="Century Gothic" charset="0"/>
              </a:rPr>
              <a:t>RAM</a:t>
            </a:r>
            <a:r>
              <a:rPr lang="en-US" altLang="zh-CN" sz="1800" b="0" i="0" u="none" strike="noStrike" kern="1200" cap="none" spc="0" baseline="0">
                <a:solidFill>
                  <a:srgbClr val="FFFF00"/>
                </a:solidFill>
                <a:latin typeface="Times New Roman" pitchFamily="18" charset="0"/>
                <a:ea typeface="宋体" charset="0"/>
                <a:cs typeface="Century Gothic" charset="0"/>
              </a:rPr>
              <a:t>: </a:t>
            </a:r>
            <a:r>
              <a:rPr lang="en-US" altLang="zh-CN" sz="1800" b="0" i="0" u="none" strike="noStrike" kern="1200" cap="none" spc="0" baseline="0">
                <a:solidFill>
                  <a:schemeClr val="tx1"/>
                </a:solidFill>
                <a:latin typeface="Times New Roman" pitchFamily="18" charset="0"/>
                <a:ea typeface="宋体" charset="0"/>
                <a:cs typeface="Century Gothic" charset="0"/>
              </a:rPr>
              <a:t>Minimum 8GB of RAM</a:t>
            </a:r>
            <a:endParaRPr lang="zh-CN" altLang="en-US" sz="1800" b="0" i="0" u="none" strike="noStrike" kern="1200" cap="none" spc="0" baseline="0">
              <a:solidFill>
                <a:schemeClr val="tx1"/>
              </a:solidFill>
              <a:latin typeface="Century Gothic" charset="0"/>
              <a:ea typeface="宋体" charset="0"/>
              <a:cs typeface="Century Gothic" charset="0"/>
            </a:endParaRPr>
          </a:p>
        </p:txBody>
      </p:sp>
      <p:pic>
        <p:nvPicPr>
          <p:cNvPr id="34" name="图片"/>
          <p:cNvPicPr>
            <a:picLocks noChangeAspect="1"/>
          </p:cNvPicPr>
          <p:nvPr/>
        </p:nvPicPr>
        <p:blipFill>
          <a:blip r:embed="rId2" cstate="print"/>
          <a:stretch>
            <a:fillRect/>
          </a:stretch>
        </p:blipFill>
        <p:spPr>
          <a:xfrm>
            <a:off x="8543376" y="1801556"/>
            <a:ext cx="2717799" cy="912956"/>
          </a:xfrm>
          <a:prstGeom prst="rect">
            <a:avLst/>
          </a:prstGeom>
          <a:noFill/>
          <a:ln w="12700" cap="flat" cmpd="sng">
            <a:noFill/>
            <a:prstDash val="solid"/>
            <a:miter/>
          </a:ln>
        </p:spPr>
      </p:pic>
      <p:pic>
        <p:nvPicPr>
          <p:cNvPr id="35" name="图片"/>
          <p:cNvPicPr>
            <a:picLocks noChangeAspect="1"/>
          </p:cNvPicPr>
          <p:nvPr/>
        </p:nvPicPr>
        <p:blipFill>
          <a:blip r:embed="rId3" cstate="print"/>
          <a:stretch>
            <a:fillRect/>
          </a:stretch>
        </p:blipFill>
        <p:spPr>
          <a:xfrm>
            <a:off x="8518728" y="3069858"/>
            <a:ext cx="2767093" cy="1201352"/>
          </a:xfrm>
          <a:prstGeom prst="rect">
            <a:avLst/>
          </a:prstGeom>
          <a:noFill/>
          <a:ln w="12700" cap="flat" cmpd="sng">
            <a:noFill/>
            <a:prstDash val="solid"/>
            <a:miter/>
          </a:ln>
        </p:spPr>
      </p:pic>
      <p:pic>
        <p:nvPicPr>
          <p:cNvPr id="36" name="图片"/>
          <p:cNvPicPr>
            <a:picLocks noChangeAspect="1"/>
          </p:cNvPicPr>
          <p:nvPr/>
        </p:nvPicPr>
        <p:blipFill>
          <a:blip r:embed="rId4" cstate="print"/>
          <a:stretch>
            <a:fillRect/>
          </a:stretch>
        </p:blipFill>
        <p:spPr>
          <a:xfrm>
            <a:off x="8994435" y="4626557"/>
            <a:ext cx="1815679" cy="1360006"/>
          </a:xfrm>
          <a:prstGeom prst="rect">
            <a:avLst/>
          </a:prstGeom>
          <a:noFill/>
          <a:ln w="12700" cap="flat" cmpd="sng">
            <a:noFill/>
            <a:prstDash val="solid"/>
            <a:miter/>
          </a:ln>
        </p:spPr>
      </p:pic>
    </p:spTree>
    <p:extLst>
      <p:ext uri="{BB962C8B-B14F-4D97-AF65-F5344CB8AC3E}">
        <p14:creationId xmlns:p14="http://schemas.microsoft.com/office/powerpoint/2010/main" val="19880994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 name="矩形"/>
          <p:cNvSpPr>
            <a:spLocks/>
          </p:cNvSpPr>
          <p:nvPr/>
        </p:nvSpPr>
        <p:spPr>
          <a:xfrm>
            <a:off x="203220" y="1210997"/>
            <a:ext cx="2984575" cy="481964"/>
          </a:xfrm>
          <a:prstGeom prst="rect">
            <a:avLst/>
          </a:prstGeom>
          <a:noFill/>
          <a:ln w="12700" cap="flat" cmpd="sng">
            <a:noFill/>
            <a:prstDash val="solid"/>
            <a:miter/>
          </a:ln>
        </p:spPr>
        <p:txBody>
          <a:bodyPr vert="horz" wrap="non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600" b="1" i="0" u="none" strike="noStrike" kern="1200" cap="none" spc="0" baseline="0">
                <a:solidFill>
                  <a:schemeClr val="tx1"/>
                </a:solidFill>
                <a:latin typeface="Times New Roman" pitchFamily="18" charset="0"/>
                <a:ea typeface="宋体" charset="0"/>
                <a:cs typeface="Century Gothic" charset="0"/>
              </a:rPr>
              <a:t> Literature Review:</a:t>
            </a:r>
            <a:endParaRPr lang="zh-CN" altLang="en-US" sz="2600" b="0" i="0" u="none" strike="noStrike" kern="1200" cap="none" spc="0" baseline="0">
              <a:solidFill>
                <a:schemeClr val="tx1"/>
              </a:solidFill>
              <a:latin typeface="Century Gothic" charset="0"/>
              <a:ea typeface="宋体" charset="0"/>
              <a:cs typeface="Century Gothic" charset="0"/>
            </a:endParaRPr>
          </a:p>
        </p:txBody>
      </p:sp>
      <p:sp>
        <p:nvSpPr>
          <p:cNvPr id="38" name="矩形"/>
          <p:cNvSpPr>
            <a:spLocks/>
          </p:cNvSpPr>
          <p:nvPr/>
        </p:nvSpPr>
        <p:spPr>
          <a:xfrm>
            <a:off x="360948" y="2094636"/>
            <a:ext cx="10696072" cy="127254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000" b="0" i="0" u="none" strike="noStrike" kern="1200" cap="none" spc="0" baseline="0">
                <a:solidFill>
                  <a:schemeClr val="tx1"/>
                </a:solidFill>
                <a:latin typeface="Times New Roman" pitchFamily="18" charset="0"/>
                <a:ea typeface="宋体" charset="0"/>
                <a:cs typeface="Century Gothic" charset="0"/>
              </a:rPr>
              <a:t>      In this section, we delve into existing studies and research papers related to employee attrition prediction and retention strategies. By reviewing the work of other researchers and practitioners, we aim to gain valuable insights, identify gaps in the current literature, and build upon existing knowledge to inform our own project.</a:t>
            </a:r>
            <a:endParaRPr lang="zh-CN" altLang="en-US" sz="2000" b="0" i="0" u="none" strike="noStrike" kern="1200" cap="none" spc="0" baseline="0">
              <a:solidFill>
                <a:schemeClr val="tx1"/>
              </a:solidFill>
              <a:latin typeface="Century Gothic" charset="0"/>
              <a:ea typeface="宋体" charset="0"/>
              <a:cs typeface="Century Gothic" charset="0"/>
            </a:endParaRPr>
          </a:p>
        </p:txBody>
      </p:sp>
      <p:sp>
        <p:nvSpPr>
          <p:cNvPr id="39" name="矩形"/>
          <p:cNvSpPr>
            <a:spLocks/>
          </p:cNvSpPr>
          <p:nvPr/>
        </p:nvSpPr>
        <p:spPr>
          <a:xfrm>
            <a:off x="861361" y="3906071"/>
            <a:ext cx="5794375" cy="386715"/>
          </a:xfrm>
          <a:prstGeom prst="rect">
            <a:avLst/>
          </a:prstGeom>
          <a:noFill/>
          <a:ln w="12700" cap="flat" cmpd="sng">
            <a:noFill/>
            <a:prstDash val="solid"/>
            <a:miter/>
          </a:ln>
        </p:spPr>
        <p:txBody>
          <a:bodyPr vert="horz" wrap="non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000" b="1" i="0" u="none" strike="noStrike" kern="1200" cap="none" spc="0" baseline="0">
                <a:solidFill>
                  <a:schemeClr val="tx1"/>
                </a:solidFill>
                <a:latin typeface="Times New Roman" pitchFamily="18" charset="0"/>
                <a:ea typeface="宋体" charset="0"/>
                <a:cs typeface="Century Gothic" charset="0"/>
              </a:rPr>
              <a:t>2.1 Review of Existing Studies and Research Papers</a:t>
            </a:r>
            <a:endParaRPr lang="zh-CN" altLang="en-US" sz="2000" b="0" i="0" u="none" strike="noStrike" kern="1200" cap="none" spc="0" baseline="0">
              <a:solidFill>
                <a:schemeClr val="tx1"/>
              </a:solidFill>
              <a:latin typeface="Century Gothic" charset="0"/>
              <a:ea typeface="宋体" charset="0"/>
              <a:cs typeface="Century Gothic" charset="0"/>
            </a:endParaRPr>
          </a:p>
        </p:txBody>
      </p:sp>
      <p:sp>
        <p:nvSpPr>
          <p:cNvPr id="40" name="矩形"/>
          <p:cNvSpPr>
            <a:spLocks/>
          </p:cNvSpPr>
          <p:nvPr/>
        </p:nvSpPr>
        <p:spPr>
          <a:xfrm>
            <a:off x="-284747" y="4651756"/>
            <a:ext cx="6096000" cy="977265"/>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ctr">
              <a:lnSpc>
                <a:spcPct val="100000"/>
              </a:lnSpc>
              <a:spcBef>
                <a:spcPts val="1500"/>
              </a:spcBef>
              <a:spcAft>
                <a:spcPts val="0"/>
              </a:spcAft>
              <a:buNone/>
            </a:pPr>
            <a:r>
              <a:rPr lang="en-US" altLang="zh-CN" sz="2000" b="1" i="0" u="none" strike="noStrike" kern="1200" cap="none" spc="0" baseline="0">
                <a:solidFill>
                  <a:schemeClr val="tx1"/>
                </a:solidFill>
                <a:latin typeface="Times New Roman" pitchFamily="18" charset="0"/>
                <a:ea typeface="宋体" charset="0"/>
                <a:cs typeface="Century Gothic" charset="0"/>
              </a:rPr>
              <a:t>2.2 Key Insights from Literature</a:t>
            </a:r>
            <a:endParaRPr lang="en-US" altLang="zh-CN" sz="2000" b="0" i="0" u="none" strike="noStrike" kern="1200" cap="none" spc="0" baseline="0">
              <a:solidFill>
                <a:schemeClr val="tx1"/>
              </a:solidFill>
              <a:latin typeface="Century Gothic" charset="0"/>
              <a:ea typeface="宋体" charset="0"/>
              <a:cs typeface="Century Gothic" charset="0"/>
            </a:endParaRPr>
          </a:p>
          <a:p>
            <a:pPr marL="0" indent="0" algn="l">
              <a:lnSpc>
                <a:spcPct val="100000"/>
              </a:lnSpc>
              <a:spcBef>
                <a:spcPts val="0"/>
              </a:spcBef>
              <a:spcAft>
                <a:spcPts val="0"/>
              </a:spcAft>
              <a:buNone/>
            </a:pPr>
            <a:br>
              <a:rPr lang="zh-CN" altLang="en-US" sz="2000" b="0" i="0" u="none" strike="noStrike" kern="1200" cap="none" spc="0" baseline="0">
                <a:solidFill>
                  <a:schemeClr val="tx1"/>
                </a:solidFill>
                <a:latin typeface="Century Gothic" charset="0"/>
                <a:ea typeface="宋体" charset="0"/>
                <a:cs typeface="Century Gothic" charset="0"/>
              </a:rPr>
            </a:br>
            <a:endParaRPr lang="zh-CN" altLang="en-US" sz="2000" b="0" i="0" u="none" strike="noStrike" kern="1200" cap="none" spc="0" baseline="0">
              <a:solidFill>
                <a:schemeClr val="tx1"/>
              </a:solidFill>
              <a:latin typeface="Century Gothic" charset="0"/>
              <a:ea typeface="宋体" charset="0"/>
              <a:cs typeface="Century Gothic" charset="0"/>
            </a:endParaRPr>
          </a:p>
        </p:txBody>
      </p:sp>
    </p:spTree>
    <p:extLst>
      <p:ext uri="{BB962C8B-B14F-4D97-AF65-F5344CB8AC3E}">
        <p14:creationId xmlns:p14="http://schemas.microsoft.com/office/powerpoint/2010/main" val="15201056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 name="矩形"/>
          <p:cNvSpPr>
            <a:spLocks/>
          </p:cNvSpPr>
          <p:nvPr/>
        </p:nvSpPr>
        <p:spPr>
          <a:xfrm>
            <a:off x="-1022685" y="1303015"/>
            <a:ext cx="5293895" cy="1390015"/>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ctr">
              <a:lnSpc>
                <a:spcPct val="100000"/>
              </a:lnSpc>
              <a:spcBef>
                <a:spcPts val="1500"/>
              </a:spcBef>
              <a:spcAft>
                <a:spcPts val="1000"/>
              </a:spcAft>
              <a:buNone/>
            </a:pPr>
            <a:r>
              <a:rPr lang="en-US" altLang="zh-CN" sz="2600" b="1" i="0" u="none" strike="noStrike" kern="1200" cap="none" spc="0" baseline="0">
                <a:solidFill>
                  <a:schemeClr val="tx1"/>
                </a:solidFill>
                <a:latin typeface="Times New Roman" pitchFamily="18" charset="0"/>
                <a:ea typeface="宋体" charset="0"/>
                <a:cs typeface="Century Gothic" charset="0"/>
              </a:rPr>
              <a:t>Data Dictionary:</a:t>
            </a:r>
            <a:endParaRPr lang="en-US" altLang="zh-CN" sz="2600" b="0" i="0" u="none" strike="noStrike" kern="1200" cap="none" spc="0" baseline="0">
              <a:solidFill>
                <a:schemeClr val="tx1"/>
              </a:solidFill>
              <a:latin typeface="Century Gothic" charset="0"/>
              <a:ea typeface="宋体" charset="0"/>
              <a:cs typeface="Century Gothic" charset="0"/>
            </a:endParaRPr>
          </a:p>
          <a:p>
            <a:pPr marL="0" indent="0" algn="l">
              <a:lnSpc>
                <a:spcPct val="100000"/>
              </a:lnSpc>
              <a:spcBef>
                <a:spcPts val="0"/>
              </a:spcBef>
              <a:spcAft>
                <a:spcPts val="0"/>
              </a:spcAft>
              <a:buNone/>
            </a:pPr>
            <a:br>
              <a:rPr lang="zh-CN" altLang="en-US" sz="2600" b="0" i="0" u="none" strike="noStrike" kern="1200" cap="none" spc="0" baseline="0">
                <a:solidFill>
                  <a:schemeClr val="tx1"/>
                </a:solidFill>
                <a:latin typeface="Century Gothic" charset="0"/>
                <a:ea typeface="宋体" charset="0"/>
                <a:cs typeface="Century Gothic" charset="0"/>
              </a:rPr>
            </a:br>
            <a:endParaRPr lang="zh-CN" altLang="en-US" sz="2600" b="0" i="0" u="none" strike="noStrike" kern="1200" cap="none" spc="0" baseline="0">
              <a:solidFill>
                <a:schemeClr val="tx1"/>
              </a:solidFill>
              <a:latin typeface="Century Gothic" charset="0"/>
              <a:ea typeface="宋体" charset="0"/>
              <a:cs typeface="Century Gothic" charset="0"/>
            </a:endParaRPr>
          </a:p>
        </p:txBody>
      </p:sp>
      <p:sp>
        <p:nvSpPr>
          <p:cNvPr id="42" name="矩形"/>
          <p:cNvSpPr>
            <a:spLocks/>
          </p:cNvSpPr>
          <p:nvPr/>
        </p:nvSpPr>
        <p:spPr>
          <a:xfrm>
            <a:off x="649704" y="2013466"/>
            <a:ext cx="10972800" cy="977265"/>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just" fontAlgn="base">
              <a:lnSpc>
                <a:spcPct val="100000"/>
              </a:lnSpc>
              <a:spcBef>
                <a:spcPts val="1500"/>
              </a:spcBef>
              <a:spcAft>
                <a:spcPts val="1000"/>
              </a:spcAft>
              <a:buNone/>
            </a:pPr>
            <a:r>
              <a:rPr lang="en-US" altLang="zh-CN" sz="2000" b="0" i="0" u="none" strike="noStrike" kern="1200" cap="none" spc="0" baseline="0">
                <a:solidFill>
                  <a:schemeClr val="tx1"/>
                </a:solidFill>
                <a:latin typeface="Times New Roman" pitchFamily="18" charset="0"/>
                <a:ea typeface="宋体" charset="0"/>
                <a:cs typeface="Century Gothic" charset="0"/>
              </a:rPr>
              <a:t>       In this section, we provide a comprehensive guide to the variables or features included in our dataset. This "data dictionary" serves as a roadmap for understanding the various attributes we've collected and their significance in our analysis of employee attrition.</a:t>
            </a:r>
            <a:endParaRPr lang="zh-CN" altLang="en-US" sz="2000" b="0" i="0" u="none" strike="noStrike" kern="1200" cap="none" spc="0" baseline="0">
              <a:solidFill>
                <a:schemeClr val="tx1"/>
              </a:solidFill>
              <a:latin typeface="Times New Roman" pitchFamily="18" charset="0"/>
              <a:ea typeface="宋体" charset="0"/>
              <a:cs typeface="Century Gothic" charset="0"/>
            </a:endParaRPr>
          </a:p>
        </p:txBody>
      </p:sp>
      <p:sp>
        <p:nvSpPr>
          <p:cNvPr id="43" name="矩形"/>
          <p:cNvSpPr>
            <a:spLocks/>
          </p:cNvSpPr>
          <p:nvPr/>
        </p:nvSpPr>
        <p:spPr>
          <a:xfrm>
            <a:off x="763196" y="3569187"/>
            <a:ext cx="2179396" cy="2491740"/>
          </a:xfrm>
          <a:prstGeom prst="rect">
            <a:avLst/>
          </a:prstGeom>
          <a:noFill/>
          <a:ln w="12700" cap="flat" cmpd="sng">
            <a:noFill/>
            <a:prstDash val="solid"/>
            <a:miter/>
          </a:ln>
        </p:spPr>
        <p:txBody>
          <a:bodyPr vert="horz" wrap="non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800" b="1" i="0" u="none" strike="noStrike" kern="1200" cap="none" spc="0" baseline="0">
                <a:solidFill>
                  <a:srgbClr val="DAEAF8"/>
                </a:solidFill>
                <a:latin typeface="Times New Roman" pitchFamily="18" charset="0"/>
                <a:ea typeface="宋体" charset="0"/>
                <a:cs typeface="Century Gothic" charset="0"/>
              </a:rPr>
              <a:t>Employee ID</a:t>
            </a:r>
          </a:p>
          <a:p>
            <a:pPr marL="0" indent="0" algn="l">
              <a:lnSpc>
                <a:spcPct val="100000"/>
              </a:lnSpc>
              <a:spcBef>
                <a:spcPts val="0"/>
              </a:spcBef>
              <a:spcAft>
                <a:spcPts val="0"/>
              </a:spcAft>
              <a:buNone/>
            </a:pPr>
            <a:r>
              <a:rPr lang="en-US" altLang="zh-CN" sz="1800" b="1" i="0" u="none" strike="noStrike" kern="1200" cap="none" spc="0" baseline="0">
                <a:solidFill>
                  <a:srgbClr val="DAEAF8"/>
                </a:solidFill>
                <a:latin typeface="Times New Roman" pitchFamily="18" charset="0"/>
                <a:ea typeface="宋体" charset="0"/>
                <a:cs typeface="Century Gothic" charset="0"/>
              </a:rPr>
              <a:t>Age</a:t>
            </a:r>
          </a:p>
          <a:p>
            <a:pPr marL="0" indent="0" algn="l">
              <a:lnSpc>
                <a:spcPct val="100000"/>
              </a:lnSpc>
              <a:spcBef>
                <a:spcPts val="0"/>
              </a:spcBef>
              <a:spcAft>
                <a:spcPts val="0"/>
              </a:spcAft>
              <a:buNone/>
            </a:pPr>
            <a:r>
              <a:rPr lang="en-US" altLang="zh-CN" sz="1800" b="1" i="0" u="none" strike="noStrike" kern="1200" cap="none" spc="0" baseline="0">
                <a:solidFill>
                  <a:srgbClr val="DAEAF8"/>
                </a:solidFill>
                <a:latin typeface="Times New Roman" pitchFamily="18" charset="0"/>
                <a:ea typeface="宋体" charset="0"/>
                <a:cs typeface="Century Gothic" charset="0"/>
              </a:rPr>
              <a:t>Gender</a:t>
            </a:r>
          </a:p>
          <a:p>
            <a:pPr marL="0" indent="0" algn="l">
              <a:lnSpc>
                <a:spcPct val="100000"/>
              </a:lnSpc>
              <a:spcBef>
                <a:spcPts val="0"/>
              </a:spcBef>
              <a:spcAft>
                <a:spcPts val="0"/>
              </a:spcAft>
              <a:buNone/>
            </a:pPr>
            <a:r>
              <a:rPr lang="en-US" altLang="zh-CN" sz="1800" b="1" i="0" u="none" strike="noStrike" kern="1200" cap="none" spc="0" baseline="0">
                <a:solidFill>
                  <a:srgbClr val="DAEAF8"/>
                </a:solidFill>
                <a:latin typeface="Times New Roman" pitchFamily="18" charset="0"/>
                <a:ea typeface="宋体" charset="0"/>
                <a:cs typeface="Century Gothic" charset="0"/>
              </a:rPr>
              <a:t>Department</a:t>
            </a:r>
          </a:p>
          <a:p>
            <a:pPr marL="0" indent="0" algn="l">
              <a:lnSpc>
                <a:spcPct val="100000"/>
              </a:lnSpc>
              <a:spcBef>
                <a:spcPts val="0"/>
              </a:spcBef>
              <a:spcAft>
                <a:spcPts val="0"/>
              </a:spcAft>
              <a:buNone/>
            </a:pPr>
            <a:r>
              <a:rPr lang="en-US" altLang="zh-CN" sz="1800" b="1" i="0" u="none" strike="noStrike" kern="1200" cap="none" spc="0" baseline="0">
                <a:solidFill>
                  <a:srgbClr val="DAEAF8"/>
                </a:solidFill>
                <a:latin typeface="Times New Roman" pitchFamily="18" charset="0"/>
                <a:ea typeface="宋体" charset="0"/>
                <a:cs typeface="Century Gothic" charset="0"/>
              </a:rPr>
              <a:t>Years of Service</a:t>
            </a:r>
          </a:p>
          <a:p>
            <a:pPr marL="0" indent="0" algn="l">
              <a:lnSpc>
                <a:spcPct val="100000"/>
              </a:lnSpc>
              <a:spcBef>
                <a:spcPts val="0"/>
              </a:spcBef>
              <a:spcAft>
                <a:spcPts val="0"/>
              </a:spcAft>
              <a:buNone/>
            </a:pPr>
            <a:r>
              <a:rPr lang="en-US" altLang="zh-CN" sz="1800" b="1" i="0" u="none" strike="noStrike" kern="1200" cap="none" spc="0" baseline="0">
                <a:solidFill>
                  <a:srgbClr val="DAEAF8"/>
                </a:solidFill>
                <a:latin typeface="Times New Roman" pitchFamily="18" charset="0"/>
                <a:ea typeface="宋体" charset="0"/>
                <a:cs typeface="Century Gothic" charset="0"/>
              </a:rPr>
              <a:t>Job Role</a:t>
            </a:r>
          </a:p>
          <a:p>
            <a:pPr marL="0" indent="0" algn="l">
              <a:lnSpc>
                <a:spcPct val="100000"/>
              </a:lnSpc>
              <a:spcBef>
                <a:spcPts val="0"/>
              </a:spcBef>
              <a:spcAft>
                <a:spcPts val="0"/>
              </a:spcAft>
              <a:buNone/>
            </a:pPr>
            <a:r>
              <a:rPr lang="en-US" altLang="zh-CN" sz="1800" b="1" i="0" u="none" strike="noStrike" kern="1200" cap="none" spc="0" baseline="0">
                <a:solidFill>
                  <a:srgbClr val="DAEAF8"/>
                </a:solidFill>
                <a:latin typeface="Times New Roman" pitchFamily="18" charset="0"/>
                <a:ea typeface="宋体" charset="0"/>
                <a:cs typeface="Century Gothic" charset="0"/>
              </a:rPr>
              <a:t>Salary</a:t>
            </a:r>
          </a:p>
          <a:p>
            <a:pPr marL="0" indent="0" algn="l">
              <a:lnSpc>
                <a:spcPct val="100000"/>
              </a:lnSpc>
              <a:spcBef>
                <a:spcPts val="0"/>
              </a:spcBef>
              <a:spcAft>
                <a:spcPts val="0"/>
              </a:spcAft>
              <a:buNone/>
            </a:pPr>
            <a:r>
              <a:rPr lang="en-US" altLang="zh-CN" sz="1800" b="1" i="0" u="none" strike="noStrike" kern="1200" cap="none" spc="0" baseline="0">
                <a:solidFill>
                  <a:srgbClr val="DAEAF8"/>
                </a:solidFill>
                <a:latin typeface="Times New Roman" pitchFamily="18" charset="0"/>
                <a:ea typeface="宋体" charset="0"/>
                <a:cs typeface="Century Gothic" charset="0"/>
              </a:rPr>
              <a:t>Performance Rating</a:t>
            </a:r>
          </a:p>
          <a:p>
            <a:pPr marL="0" indent="0" algn="l">
              <a:lnSpc>
                <a:spcPct val="100000"/>
              </a:lnSpc>
              <a:spcBef>
                <a:spcPts val="0"/>
              </a:spcBef>
              <a:spcAft>
                <a:spcPts val="0"/>
              </a:spcAft>
              <a:buNone/>
            </a:pPr>
            <a:endParaRPr lang="zh-CN" altLang="en-US" sz="1800" b="0" i="0" u="none" strike="noStrike" kern="1200" cap="none" spc="0" baseline="0">
              <a:solidFill>
                <a:schemeClr val="tx1"/>
              </a:solidFill>
              <a:latin typeface="Century Gothic" charset="0"/>
              <a:ea typeface="宋体" charset="0"/>
              <a:cs typeface="Century Gothic" charset="0"/>
            </a:endParaRPr>
          </a:p>
        </p:txBody>
      </p:sp>
    </p:spTree>
    <p:extLst>
      <p:ext uri="{BB962C8B-B14F-4D97-AF65-F5344CB8AC3E}">
        <p14:creationId xmlns:p14="http://schemas.microsoft.com/office/powerpoint/2010/main" val="8098075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 name="矩形"/>
          <p:cNvSpPr>
            <a:spLocks/>
          </p:cNvSpPr>
          <p:nvPr/>
        </p:nvSpPr>
        <p:spPr>
          <a:xfrm>
            <a:off x="239753" y="1259124"/>
            <a:ext cx="2932536" cy="481964"/>
          </a:xfrm>
          <a:prstGeom prst="rect">
            <a:avLst/>
          </a:prstGeom>
          <a:noFill/>
          <a:ln w="12700" cap="flat" cmpd="sng">
            <a:noFill/>
            <a:prstDash val="solid"/>
            <a:miter/>
          </a:ln>
        </p:spPr>
        <p:txBody>
          <a:bodyPr vert="horz" wrap="non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600" b="1" i="0" u="none" strike="noStrike" kern="1200" cap="none" spc="0" baseline="0">
                <a:solidFill>
                  <a:schemeClr val="tx1"/>
                </a:solidFill>
                <a:latin typeface="Roboto" charset="0"/>
                <a:ea typeface="宋体" charset="0"/>
                <a:cs typeface="Century Gothic" charset="0"/>
              </a:rPr>
              <a:t>Data Preprocessing:</a:t>
            </a:r>
            <a:endParaRPr lang="zh-CN" altLang="en-US" sz="2600" b="0" i="0" u="none" strike="noStrike" kern="1200" cap="none" spc="0" baseline="0">
              <a:solidFill>
                <a:schemeClr val="tx1"/>
              </a:solidFill>
              <a:latin typeface="Century Gothic" charset="0"/>
              <a:ea typeface="宋体" charset="0"/>
              <a:cs typeface="Century Gothic" charset="0"/>
            </a:endParaRPr>
          </a:p>
        </p:txBody>
      </p:sp>
      <p:sp>
        <p:nvSpPr>
          <p:cNvPr id="45" name="矩形"/>
          <p:cNvSpPr>
            <a:spLocks/>
          </p:cNvSpPr>
          <p:nvPr/>
        </p:nvSpPr>
        <p:spPr>
          <a:xfrm>
            <a:off x="771306" y="2329934"/>
            <a:ext cx="4183176" cy="386715"/>
          </a:xfrm>
          <a:prstGeom prst="rect">
            <a:avLst/>
          </a:prstGeom>
          <a:noFill/>
          <a:ln w="12700" cap="flat" cmpd="sng">
            <a:noFill/>
            <a:prstDash val="solid"/>
            <a:miter/>
          </a:ln>
        </p:spPr>
        <p:txBody>
          <a:bodyPr vert="horz" wrap="none" lIns="91440" tIns="45720" rIns="91440" bIns="45720" anchor="t" anchorCtr="0">
            <a:prstTxWarp prst="textNoShape">
              <a:avLst/>
            </a:prstTxWarp>
            <a:spAutoFit/>
          </a:bodyPr>
          <a:lstStyle/>
          <a:p>
            <a:pPr marL="285750" indent="-285750" algn="l">
              <a:lnSpc>
                <a:spcPct val="100000"/>
              </a:lnSpc>
              <a:spcBef>
                <a:spcPts val="0"/>
              </a:spcBef>
              <a:spcAft>
                <a:spcPts val="0"/>
              </a:spcAft>
              <a:buFont typeface="Wingdings" pitchFamily="2" charset="2"/>
              <a:buChar char="v"/>
            </a:pPr>
            <a:r>
              <a:rPr lang="en-US" altLang="zh-CN" sz="1800" b="1" i="0" u="none" strike="noStrike" kern="1200" cap="none" spc="0" baseline="0">
                <a:solidFill>
                  <a:schemeClr val="tx1"/>
                </a:solidFill>
                <a:latin typeface="Times New Roman" pitchFamily="18" charset="0"/>
                <a:ea typeface="宋体" charset="0"/>
                <a:cs typeface="Century Gothic" charset="0"/>
              </a:rPr>
              <a:t>Cleaning and Handling </a:t>
            </a:r>
            <a:r>
              <a:rPr lang="en-US" altLang="zh-CN" sz="2000" b="1" i="0" u="none" strike="noStrike" kern="1200" cap="none" spc="0" baseline="0">
                <a:solidFill>
                  <a:schemeClr val="tx1"/>
                </a:solidFill>
                <a:latin typeface="Times New Roman" pitchFamily="18" charset="0"/>
                <a:ea typeface="宋体" charset="0"/>
                <a:cs typeface="Century Gothic" charset="0"/>
              </a:rPr>
              <a:t>Missing</a:t>
            </a:r>
            <a:r>
              <a:rPr lang="en-US" altLang="zh-CN" sz="1800" b="1" i="0" u="none" strike="noStrike" kern="1200" cap="none" spc="0" baseline="0">
                <a:solidFill>
                  <a:schemeClr val="tx1"/>
                </a:solidFill>
                <a:latin typeface="Times New Roman" pitchFamily="18" charset="0"/>
                <a:ea typeface="宋体" charset="0"/>
                <a:cs typeface="Century Gothic" charset="0"/>
              </a:rPr>
              <a:t> Data</a:t>
            </a:r>
            <a:endParaRPr lang="zh-CN" altLang="en-US" sz="1800" b="0" i="0" u="none" strike="noStrike" kern="1200" cap="none" spc="0" baseline="0">
              <a:solidFill>
                <a:schemeClr val="tx1"/>
              </a:solidFill>
              <a:latin typeface="Century Gothic" charset="0"/>
              <a:ea typeface="宋体" charset="0"/>
              <a:cs typeface="Century Gothic" charset="0"/>
            </a:endParaRPr>
          </a:p>
        </p:txBody>
      </p:sp>
      <p:sp>
        <p:nvSpPr>
          <p:cNvPr id="46" name="矩形"/>
          <p:cNvSpPr>
            <a:spLocks/>
          </p:cNvSpPr>
          <p:nvPr/>
        </p:nvSpPr>
        <p:spPr>
          <a:xfrm>
            <a:off x="780032" y="2953830"/>
            <a:ext cx="4330827" cy="386715"/>
          </a:xfrm>
          <a:prstGeom prst="rect">
            <a:avLst/>
          </a:prstGeom>
          <a:noFill/>
          <a:ln w="12700" cap="flat" cmpd="sng">
            <a:noFill/>
            <a:prstDash val="solid"/>
            <a:miter/>
          </a:ln>
        </p:spPr>
        <p:txBody>
          <a:bodyPr vert="horz" wrap="none" lIns="91440" tIns="45720" rIns="91440" bIns="45720" anchor="t" anchorCtr="0">
            <a:prstTxWarp prst="textNoShape">
              <a:avLst/>
            </a:prstTxWarp>
            <a:spAutoFit/>
          </a:bodyPr>
          <a:lstStyle/>
          <a:p>
            <a:pPr marL="285750" indent="-285750" algn="l">
              <a:lnSpc>
                <a:spcPct val="100000"/>
              </a:lnSpc>
              <a:spcBef>
                <a:spcPts val="0"/>
              </a:spcBef>
              <a:spcAft>
                <a:spcPts val="0"/>
              </a:spcAft>
              <a:buFont typeface="Wingdings" pitchFamily="2" charset="2"/>
              <a:buChar char="v"/>
            </a:pPr>
            <a:r>
              <a:rPr lang="en-US" altLang="zh-CN" sz="2000" b="1" i="0" u="none" strike="noStrike" kern="1200" cap="none" spc="0" baseline="0">
                <a:solidFill>
                  <a:schemeClr val="tx1"/>
                </a:solidFill>
                <a:latin typeface="Times New Roman" pitchFamily="18" charset="0"/>
                <a:ea typeface="宋体" charset="0"/>
                <a:cs typeface="Century Gothic" charset="0"/>
              </a:rPr>
              <a:t>Standardization and Normalization</a:t>
            </a:r>
            <a:endParaRPr lang="zh-CN" altLang="en-US" sz="2000" b="0" i="0" u="none" strike="noStrike" kern="1200" cap="none" spc="0" baseline="0">
              <a:solidFill>
                <a:schemeClr val="tx1"/>
              </a:solidFill>
              <a:latin typeface="Century Gothic" charset="0"/>
              <a:ea typeface="宋体" charset="0"/>
              <a:cs typeface="Century Gothic" charset="0"/>
            </a:endParaRPr>
          </a:p>
        </p:txBody>
      </p:sp>
      <p:sp>
        <p:nvSpPr>
          <p:cNvPr id="47" name="矩形"/>
          <p:cNvSpPr>
            <a:spLocks/>
          </p:cNvSpPr>
          <p:nvPr/>
        </p:nvSpPr>
        <p:spPr>
          <a:xfrm>
            <a:off x="771306" y="3577726"/>
            <a:ext cx="4376337" cy="1167765"/>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342900" indent="-342900" algn="just">
              <a:lnSpc>
                <a:spcPct val="100000"/>
              </a:lnSpc>
              <a:spcBef>
                <a:spcPts val="1500"/>
              </a:spcBef>
              <a:spcAft>
                <a:spcPts val="1500"/>
              </a:spcAft>
              <a:buFont typeface="Wingdings" pitchFamily="2" charset="2"/>
              <a:buChar char="v"/>
            </a:pPr>
            <a:r>
              <a:rPr lang="en-US" altLang="zh-CN" sz="2000" b="1" i="0" u="none" strike="noStrike" kern="1200" cap="none" spc="0" baseline="0">
                <a:solidFill>
                  <a:schemeClr val="tx1"/>
                </a:solidFill>
                <a:latin typeface="Times New Roman" pitchFamily="18" charset="0"/>
                <a:ea typeface="宋体" charset="0"/>
                <a:cs typeface="Century Gothic" charset="0"/>
              </a:rPr>
              <a:t>Encoding Categorical Variables</a:t>
            </a:r>
            <a:endParaRPr lang="en-US" altLang="zh-CN" sz="2000" b="0" i="0" u="none" strike="noStrike" kern="1200" cap="none" spc="0" baseline="0">
              <a:solidFill>
                <a:schemeClr val="tx1"/>
              </a:solidFill>
              <a:latin typeface="Century Gothic" charset="0"/>
              <a:ea typeface="宋体" charset="0"/>
              <a:cs typeface="Century Gothic" charset="0"/>
            </a:endParaRPr>
          </a:p>
          <a:p>
            <a:pPr marL="0" indent="0" algn="l">
              <a:lnSpc>
                <a:spcPct val="100000"/>
              </a:lnSpc>
              <a:spcBef>
                <a:spcPts val="0"/>
              </a:spcBef>
              <a:spcAft>
                <a:spcPts val="0"/>
              </a:spcAft>
              <a:buNone/>
            </a:pPr>
            <a:br>
              <a:rPr lang="zh-CN" altLang="en-US" sz="2000" b="0" i="0" u="none" strike="noStrike" kern="1200" cap="none" spc="0" baseline="0">
                <a:solidFill>
                  <a:schemeClr val="tx1"/>
                </a:solidFill>
                <a:latin typeface="Century Gothic" charset="0"/>
                <a:ea typeface="宋体" charset="0"/>
                <a:cs typeface="Century Gothic" charset="0"/>
              </a:rPr>
            </a:br>
            <a:endParaRPr lang="zh-CN" altLang="en-US" sz="2000" b="0" i="0" u="none" strike="noStrike" kern="1200" cap="none" spc="0" baseline="0">
              <a:solidFill>
                <a:schemeClr val="tx1"/>
              </a:solidFill>
              <a:latin typeface="Century Gothic" charset="0"/>
              <a:ea typeface="宋体" charset="0"/>
              <a:cs typeface="Century Gothic" charset="0"/>
            </a:endParaRPr>
          </a:p>
        </p:txBody>
      </p:sp>
      <p:sp>
        <p:nvSpPr>
          <p:cNvPr id="48" name="矩形"/>
          <p:cNvSpPr>
            <a:spLocks/>
          </p:cNvSpPr>
          <p:nvPr/>
        </p:nvSpPr>
        <p:spPr>
          <a:xfrm>
            <a:off x="780032" y="4201622"/>
            <a:ext cx="3879977" cy="386715"/>
          </a:xfrm>
          <a:prstGeom prst="rect">
            <a:avLst/>
          </a:prstGeom>
          <a:noFill/>
          <a:ln w="12700" cap="flat" cmpd="sng">
            <a:noFill/>
            <a:prstDash val="solid"/>
            <a:miter/>
          </a:ln>
        </p:spPr>
        <p:txBody>
          <a:bodyPr vert="horz" wrap="none" lIns="91440" tIns="45720" rIns="91440" bIns="45720" anchor="t" anchorCtr="0">
            <a:prstTxWarp prst="textNoShape">
              <a:avLst/>
            </a:prstTxWarp>
            <a:spAutoFit/>
          </a:bodyPr>
          <a:lstStyle/>
          <a:p>
            <a:pPr marL="285750" indent="-285750" algn="l">
              <a:lnSpc>
                <a:spcPct val="100000"/>
              </a:lnSpc>
              <a:spcBef>
                <a:spcPts val="0"/>
              </a:spcBef>
              <a:spcAft>
                <a:spcPts val="0"/>
              </a:spcAft>
              <a:buFont typeface="Wingdings" pitchFamily="2" charset="2"/>
              <a:buChar char="v"/>
            </a:pPr>
            <a:r>
              <a:rPr lang="en-US" altLang="zh-CN" sz="2000" b="1" i="0" u="none" strike="noStrike" kern="1200" cap="none" spc="0" baseline="0">
                <a:solidFill>
                  <a:schemeClr val="tx1"/>
                </a:solidFill>
                <a:latin typeface="Times New Roman" pitchFamily="18" charset="0"/>
                <a:ea typeface="宋体" charset="0"/>
                <a:cs typeface="Century Gothic" charset="0"/>
              </a:rPr>
              <a:t>Handling Skewed Distributions</a:t>
            </a:r>
            <a:endParaRPr lang="zh-CN" altLang="en-US" sz="2000" b="0" i="0" u="none" strike="noStrike" kern="1200" cap="none" spc="0" baseline="0">
              <a:solidFill>
                <a:schemeClr val="tx1"/>
              </a:solidFill>
              <a:latin typeface="Century Gothic" charset="0"/>
              <a:ea typeface="宋体" charset="0"/>
              <a:cs typeface="Century Gothic" charset="0"/>
            </a:endParaRPr>
          </a:p>
        </p:txBody>
      </p:sp>
      <p:sp>
        <p:nvSpPr>
          <p:cNvPr id="49" name="矩形"/>
          <p:cNvSpPr>
            <a:spLocks/>
          </p:cNvSpPr>
          <p:nvPr/>
        </p:nvSpPr>
        <p:spPr>
          <a:xfrm>
            <a:off x="780032" y="4825518"/>
            <a:ext cx="2907632" cy="386715"/>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342900" indent="-342900" algn="just">
              <a:lnSpc>
                <a:spcPct val="100000"/>
              </a:lnSpc>
              <a:spcBef>
                <a:spcPts val="1500"/>
              </a:spcBef>
              <a:spcAft>
                <a:spcPts val="1500"/>
              </a:spcAft>
              <a:buFont typeface="Wingdings" pitchFamily="2" charset="2"/>
              <a:buChar char="v"/>
            </a:pPr>
            <a:r>
              <a:rPr lang="en-US" altLang="zh-CN" sz="2000" b="1" i="0" u="none" strike="noStrike" kern="1200" cap="none" spc="0" baseline="0">
                <a:solidFill>
                  <a:schemeClr val="tx1"/>
                </a:solidFill>
                <a:latin typeface="Times New Roman" pitchFamily="18" charset="0"/>
                <a:ea typeface="宋体" charset="0"/>
                <a:cs typeface="Century Gothic" charset="0"/>
              </a:rPr>
              <a:t>Dealing with Outliers</a:t>
            </a:r>
            <a:endParaRPr lang="zh-CN" altLang="en-US" sz="2000" b="0" i="0" u="none" strike="noStrike" kern="1200" cap="none" spc="0" baseline="0">
              <a:solidFill>
                <a:schemeClr val="tx1"/>
              </a:solidFill>
              <a:latin typeface="Century Gothic" charset="0"/>
              <a:ea typeface="宋体" charset="0"/>
              <a:cs typeface="Century Gothic" charset="0"/>
            </a:endParaRPr>
          </a:p>
        </p:txBody>
      </p:sp>
      <p:sp>
        <p:nvSpPr>
          <p:cNvPr id="50" name="矩形"/>
          <p:cNvSpPr>
            <a:spLocks/>
          </p:cNvSpPr>
          <p:nvPr/>
        </p:nvSpPr>
        <p:spPr>
          <a:xfrm>
            <a:off x="780032" y="5403282"/>
            <a:ext cx="4224655" cy="386715"/>
          </a:xfrm>
          <a:prstGeom prst="rect">
            <a:avLst/>
          </a:prstGeom>
          <a:noFill/>
          <a:ln w="12700" cap="flat" cmpd="sng">
            <a:noFill/>
            <a:prstDash val="solid"/>
            <a:miter/>
          </a:ln>
        </p:spPr>
        <p:txBody>
          <a:bodyPr vert="horz" wrap="none" lIns="91440" tIns="45720" rIns="91440" bIns="45720" anchor="t" anchorCtr="0">
            <a:prstTxWarp prst="textNoShape">
              <a:avLst/>
            </a:prstTxWarp>
            <a:spAutoFit/>
          </a:bodyPr>
          <a:lstStyle/>
          <a:p>
            <a:pPr marL="285750" indent="-285750" algn="l">
              <a:lnSpc>
                <a:spcPct val="100000"/>
              </a:lnSpc>
              <a:spcBef>
                <a:spcPts val="0"/>
              </a:spcBef>
              <a:spcAft>
                <a:spcPts val="0"/>
              </a:spcAft>
              <a:buFont typeface="Wingdings" pitchFamily="2" charset="2"/>
              <a:buChar char="v"/>
            </a:pPr>
            <a:r>
              <a:rPr lang="en-US" altLang="zh-CN" sz="2000" b="1" i="0" u="none" strike="noStrike" kern="1200" cap="none" spc="0" baseline="0">
                <a:solidFill>
                  <a:schemeClr val="tx1"/>
                </a:solidFill>
                <a:latin typeface="Times New Roman" pitchFamily="18" charset="0"/>
                <a:ea typeface="宋体" charset="0"/>
                <a:cs typeface="Century Gothic" charset="0"/>
              </a:rPr>
              <a:t>Feature Engineering and Selection</a:t>
            </a:r>
            <a:endParaRPr lang="zh-CN" altLang="en-US" sz="2000" b="0" i="0" u="none" strike="noStrike" kern="1200" cap="none" spc="0" baseline="0">
              <a:solidFill>
                <a:schemeClr val="tx1"/>
              </a:solidFill>
              <a:latin typeface="Century Gothic" charset="0"/>
              <a:ea typeface="宋体" charset="0"/>
              <a:cs typeface="Century Gothic" charset="0"/>
            </a:endParaRPr>
          </a:p>
        </p:txBody>
      </p:sp>
    </p:spTree>
    <p:extLst>
      <p:ext uri="{BB962C8B-B14F-4D97-AF65-F5344CB8AC3E}">
        <p14:creationId xmlns:p14="http://schemas.microsoft.com/office/powerpoint/2010/main" val="14608230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 name="矩形"/>
          <p:cNvSpPr>
            <a:spLocks/>
          </p:cNvSpPr>
          <p:nvPr/>
        </p:nvSpPr>
        <p:spPr>
          <a:xfrm>
            <a:off x="206876" y="1475692"/>
            <a:ext cx="4582843" cy="481964"/>
          </a:xfrm>
          <a:prstGeom prst="rect">
            <a:avLst/>
          </a:prstGeom>
          <a:noFill/>
          <a:ln w="12700" cap="flat" cmpd="sng">
            <a:noFill/>
            <a:prstDash val="solid"/>
            <a:miter/>
          </a:ln>
        </p:spPr>
        <p:txBody>
          <a:bodyPr vert="horz" wrap="non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600" b="1" i="0" u="none" strike="noStrike" kern="1200" cap="none" spc="0" baseline="0">
                <a:solidFill>
                  <a:schemeClr val="tx1"/>
                </a:solidFill>
                <a:latin typeface="Roboto" charset="0"/>
                <a:ea typeface="宋体" charset="0"/>
                <a:cs typeface="Century Gothic" charset="0"/>
              </a:rPr>
              <a:t>Exploratory Data Analysis (EDA):</a:t>
            </a:r>
            <a:endParaRPr lang="zh-CN" altLang="en-US" sz="2600" b="0" i="0" u="none" strike="noStrike" kern="1200" cap="none" spc="0" baseline="0">
              <a:solidFill>
                <a:schemeClr val="tx1"/>
              </a:solidFill>
              <a:latin typeface="Century Gothic" charset="0"/>
              <a:ea typeface="宋体" charset="0"/>
              <a:cs typeface="Century Gothic" charset="0"/>
            </a:endParaRPr>
          </a:p>
        </p:txBody>
      </p:sp>
      <p:sp>
        <p:nvSpPr>
          <p:cNvPr id="52" name="矩形"/>
          <p:cNvSpPr>
            <a:spLocks/>
          </p:cNvSpPr>
          <p:nvPr/>
        </p:nvSpPr>
        <p:spPr>
          <a:xfrm>
            <a:off x="469558" y="2406131"/>
            <a:ext cx="11355858" cy="977265"/>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000" b="0" i="0" u="none" strike="noStrike" kern="1200" cap="none" spc="0" baseline="0">
                <a:solidFill>
                  <a:schemeClr val="tx1"/>
                </a:solidFill>
                <a:latin typeface="Times New Roman" pitchFamily="18" charset="0"/>
                <a:ea typeface="宋体" charset="0"/>
                <a:cs typeface="Century Gothic" charset="0"/>
              </a:rPr>
              <a:t>     Before we delve into the world of Python-based data analytics, let's take a stroll through the fascinating landscape of exploratory data analysis (EDA). This phase is like the warm-up before a marathon, where we stretch our analytical muscles and get a feel for the terrain ahead.</a:t>
            </a:r>
            <a:endParaRPr lang="zh-CN" altLang="en-US" sz="2000" b="0" i="0" u="none" strike="noStrike" kern="1200" cap="none" spc="0" baseline="0">
              <a:solidFill>
                <a:schemeClr val="tx1"/>
              </a:solidFill>
              <a:latin typeface="Century Gothic" charset="0"/>
              <a:ea typeface="宋体" charset="0"/>
              <a:cs typeface="Century Gothic" charset="0"/>
            </a:endParaRPr>
          </a:p>
        </p:txBody>
      </p:sp>
      <p:sp>
        <p:nvSpPr>
          <p:cNvPr id="53" name="矩形"/>
          <p:cNvSpPr>
            <a:spLocks/>
          </p:cNvSpPr>
          <p:nvPr/>
        </p:nvSpPr>
        <p:spPr>
          <a:xfrm>
            <a:off x="469558" y="3628957"/>
            <a:ext cx="1478965" cy="453390"/>
          </a:xfrm>
          <a:prstGeom prst="rect">
            <a:avLst/>
          </a:prstGeom>
          <a:noFill/>
          <a:ln w="12700" cap="flat" cmpd="sng">
            <a:noFill/>
            <a:prstDash val="solid"/>
            <a:miter/>
          </a:ln>
        </p:spPr>
        <p:txBody>
          <a:bodyPr vert="horz" wrap="non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400" b="1" i="0" u="none" strike="noStrike" kern="1200" cap="none" spc="0" baseline="0">
                <a:solidFill>
                  <a:schemeClr val="accent5"/>
                </a:solidFill>
                <a:latin typeface="Times New Roman" pitchFamily="18" charset="0"/>
                <a:ea typeface="宋体" charset="0"/>
                <a:cs typeface="Century Gothic" charset="0"/>
              </a:rPr>
              <a:t>Outcome:</a:t>
            </a:r>
            <a:endParaRPr lang="zh-CN" altLang="en-US" sz="2400" b="0" i="0" u="none" strike="noStrike" kern="1200" cap="none" spc="0" baseline="0">
              <a:solidFill>
                <a:schemeClr val="accent5"/>
              </a:solidFill>
              <a:latin typeface="Century Gothic" charset="0"/>
              <a:ea typeface="宋体" charset="0"/>
              <a:cs typeface="Century Gothic" charset="0"/>
            </a:endParaRPr>
          </a:p>
        </p:txBody>
      </p:sp>
      <p:sp>
        <p:nvSpPr>
          <p:cNvPr id="54" name="矩形"/>
          <p:cNvSpPr>
            <a:spLocks/>
          </p:cNvSpPr>
          <p:nvPr/>
        </p:nvSpPr>
        <p:spPr>
          <a:xfrm>
            <a:off x="469558" y="4641842"/>
            <a:ext cx="11397917" cy="1272539"/>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just" fontAlgn="base">
              <a:lnSpc>
                <a:spcPct val="100000"/>
              </a:lnSpc>
              <a:spcBef>
                <a:spcPts val="1500"/>
              </a:spcBef>
              <a:spcAft>
                <a:spcPts val="1500"/>
              </a:spcAft>
              <a:buNone/>
            </a:pPr>
            <a:r>
              <a:rPr lang="en-US" altLang="zh-CN" sz="2000" b="0" i="0" u="none" strike="noStrike" kern="1200" cap="none" spc="0" baseline="0">
                <a:solidFill>
                  <a:schemeClr val="tx1"/>
                </a:solidFill>
                <a:latin typeface="Times New Roman" pitchFamily="18" charset="0"/>
                <a:ea typeface="宋体" charset="0"/>
                <a:cs typeface="Century Gothic" charset="0"/>
              </a:rPr>
              <a:t>      As we conclude our journey through the realm of exploratory data analysis, we reflect on the insights gained and the mysteries uncovered. EDA serves as our compass, guiding us through the twists and turns of the data landscape and illuminating the path ahead. Armed with a deeper understanding of our data, we stand poised to tackle the challenges that lie ahead and unlock the full potential of our dataset.</a:t>
            </a:r>
            <a:endParaRPr lang="zh-CN" altLang="en-US" sz="2000" b="0" i="0" u="none" strike="noStrike" kern="1200" cap="none" spc="0" baseline="0">
              <a:solidFill>
                <a:schemeClr val="tx1"/>
              </a:solidFill>
              <a:latin typeface="Times New Roman" pitchFamily="18" charset="0"/>
              <a:ea typeface="宋体" charset="0"/>
              <a:cs typeface="Century Gothic" charset="0"/>
            </a:endParaRPr>
          </a:p>
        </p:txBody>
      </p:sp>
    </p:spTree>
    <p:extLst>
      <p:ext uri="{BB962C8B-B14F-4D97-AF65-F5344CB8AC3E}">
        <p14:creationId xmlns:p14="http://schemas.microsoft.com/office/powerpoint/2010/main" val="11202843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5" name="矩形"/>
          <p:cNvSpPr>
            <a:spLocks/>
          </p:cNvSpPr>
          <p:nvPr/>
        </p:nvSpPr>
        <p:spPr>
          <a:xfrm>
            <a:off x="426875" y="1379439"/>
            <a:ext cx="2627385" cy="481964"/>
          </a:xfrm>
          <a:prstGeom prst="rect">
            <a:avLst/>
          </a:prstGeom>
          <a:noFill/>
          <a:ln w="12700" cap="flat" cmpd="sng">
            <a:noFill/>
            <a:prstDash val="solid"/>
            <a:miter/>
          </a:ln>
        </p:spPr>
        <p:txBody>
          <a:bodyPr vert="horz" wrap="none" lIns="91440" tIns="45720" rIns="91440" bIns="45720" anchor="t" anchorCtr="0">
            <a:prstTxWarp prst="textNoShape">
              <a:avLst/>
            </a:prstTxWarp>
            <a:spAutoFit/>
          </a:bodyPr>
          <a:lstStyle/>
          <a:p>
            <a:pPr marL="0" indent="0" algn="ctr">
              <a:lnSpc>
                <a:spcPct val="100000"/>
              </a:lnSpc>
              <a:spcBef>
                <a:spcPts val="0"/>
              </a:spcBef>
              <a:spcAft>
                <a:spcPts val="400"/>
              </a:spcAft>
              <a:buNone/>
            </a:pPr>
            <a:r>
              <a:rPr lang="en-US" altLang="zh-CN" sz="2600" b="1" i="0" u="none" strike="noStrike" kern="1200" cap="none" spc="0" baseline="0">
                <a:solidFill>
                  <a:schemeClr val="tx1"/>
                </a:solidFill>
                <a:latin typeface="Roboto" charset="0"/>
                <a:ea typeface="宋体" charset="0"/>
                <a:cs typeface="Century Gothic" charset="0"/>
              </a:rPr>
              <a:t>Feature Selection:</a:t>
            </a:r>
            <a:endParaRPr lang="zh-CN" altLang="en-US" sz="2600" b="1" i="0" u="none" strike="noStrike" kern="1200" cap="none" spc="0" baseline="0">
              <a:solidFill>
                <a:schemeClr val="tx1"/>
              </a:solidFill>
              <a:latin typeface="Century Gothic" charset="0"/>
              <a:ea typeface="宋体" charset="0"/>
              <a:cs typeface="Century Gothic" charset="0"/>
            </a:endParaRPr>
          </a:p>
        </p:txBody>
      </p:sp>
      <p:sp>
        <p:nvSpPr>
          <p:cNvPr id="56" name="矩形"/>
          <p:cNvSpPr>
            <a:spLocks/>
          </p:cNvSpPr>
          <p:nvPr/>
        </p:nvSpPr>
        <p:spPr>
          <a:xfrm>
            <a:off x="481262" y="2190890"/>
            <a:ext cx="10960769" cy="127254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just" fontAlgn="base">
              <a:lnSpc>
                <a:spcPct val="100000"/>
              </a:lnSpc>
              <a:spcBef>
                <a:spcPts val="0"/>
              </a:spcBef>
              <a:spcAft>
                <a:spcPts val="1500"/>
              </a:spcAft>
              <a:buNone/>
            </a:pPr>
            <a:r>
              <a:rPr lang="en-US" altLang="zh-CN" sz="2000" b="0" i="0" u="none" strike="noStrike" kern="1200" cap="none" spc="0" baseline="0">
                <a:solidFill>
                  <a:schemeClr val="tx1"/>
                </a:solidFill>
                <a:latin typeface="Times New Roman" pitchFamily="18" charset="0"/>
                <a:ea typeface="宋体" charset="0"/>
                <a:cs typeface="Century Gothic" charset="0"/>
              </a:rPr>
              <a:t>        Feature selection is a pivotal process in building an efficient predictive model. It involves identifying and selecting the most relevant variables that contribute significantly to the prediction of employee attrition. This step is crucial for improving model accuracy, reducing overfitting, and decreasing computational time and complexity.</a:t>
            </a:r>
            <a:endParaRPr lang="zh-CN" altLang="en-US" sz="2000" b="0" i="0" u="none" strike="noStrike" kern="1200" cap="none" spc="0" baseline="0">
              <a:solidFill>
                <a:schemeClr val="tx1"/>
              </a:solidFill>
              <a:latin typeface="Times New Roman" pitchFamily="18" charset="0"/>
              <a:ea typeface="宋体" charset="0"/>
              <a:cs typeface="Century Gothic" charset="0"/>
            </a:endParaRPr>
          </a:p>
        </p:txBody>
      </p:sp>
      <p:sp>
        <p:nvSpPr>
          <p:cNvPr id="57" name="矩形"/>
          <p:cNvSpPr>
            <a:spLocks/>
          </p:cNvSpPr>
          <p:nvPr/>
        </p:nvSpPr>
        <p:spPr>
          <a:xfrm>
            <a:off x="372977" y="3879222"/>
            <a:ext cx="4273860" cy="453390"/>
          </a:xfrm>
          <a:prstGeom prst="rect">
            <a:avLst/>
          </a:prstGeom>
          <a:noFill/>
          <a:ln w="12700" cap="flat" cmpd="sng">
            <a:noFill/>
            <a:prstDash val="solid"/>
            <a:miter/>
          </a:ln>
        </p:spPr>
        <p:txBody>
          <a:bodyPr vert="horz" wrap="non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400" b="1" i="0" u="none" strike="noStrike" kern="1200" cap="none" spc="0" baseline="0">
                <a:solidFill>
                  <a:schemeClr val="accent5"/>
                </a:solidFill>
                <a:latin typeface="Roboto" charset="0"/>
                <a:ea typeface="宋体" charset="0"/>
                <a:cs typeface="Century Gothic" charset="0"/>
              </a:rPr>
              <a:t>Importance of Feature Selection:</a:t>
            </a:r>
            <a:endParaRPr lang="zh-CN" altLang="en-US" sz="2400" b="0" i="0" u="none" strike="noStrike" kern="1200" cap="none" spc="0" baseline="0">
              <a:solidFill>
                <a:schemeClr val="accent5"/>
              </a:solidFill>
              <a:latin typeface="Century Gothic" charset="0"/>
              <a:ea typeface="宋体" charset="0"/>
              <a:cs typeface="Century Gothic" charset="0"/>
            </a:endParaRPr>
          </a:p>
        </p:txBody>
      </p:sp>
      <p:sp>
        <p:nvSpPr>
          <p:cNvPr id="58" name="矩形"/>
          <p:cNvSpPr>
            <a:spLocks/>
          </p:cNvSpPr>
          <p:nvPr/>
        </p:nvSpPr>
        <p:spPr>
          <a:xfrm>
            <a:off x="481262" y="4705780"/>
            <a:ext cx="11710738" cy="127254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000" b="0" i="0" u="none" strike="noStrike" kern="1200" cap="none" spc="0" baseline="0">
                <a:solidFill>
                  <a:schemeClr val="tx1"/>
                </a:solidFill>
                <a:latin typeface="Times New Roman" pitchFamily="18" charset="0"/>
                <a:ea typeface="宋体" charset="0"/>
                <a:cs typeface="Century Gothic" charset="0"/>
              </a:rPr>
              <a:t>      Effective feature selection leads to a simplified model that is easier to interpret and faster to train. By focusing on the most influential variables, the model's performance improves, providing more accurate predictions and actionable insights for human resources strategies. Reducing the number of features also helps in mitigating the risk of overfitting, ensuring that the model generalizes well to unseen data.</a:t>
            </a:r>
            <a:endParaRPr lang="zh-CN" altLang="en-US" sz="2000" b="0" i="0" u="none" strike="noStrike" kern="1200" cap="none" spc="0" baseline="0">
              <a:solidFill>
                <a:schemeClr val="tx1"/>
              </a:solidFill>
              <a:latin typeface="Century Gothic" charset="0"/>
              <a:ea typeface="宋体" charset="0"/>
              <a:cs typeface="Century Gothic" charset="0"/>
            </a:endParaRPr>
          </a:p>
        </p:txBody>
      </p:sp>
    </p:spTree>
    <p:extLst>
      <p:ext uri="{BB962C8B-B14F-4D97-AF65-F5344CB8AC3E}">
        <p14:creationId xmlns:p14="http://schemas.microsoft.com/office/powerpoint/2010/main" val="13226185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 name="矩形"/>
          <p:cNvSpPr>
            <a:spLocks/>
          </p:cNvSpPr>
          <p:nvPr/>
        </p:nvSpPr>
        <p:spPr>
          <a:xfrm>
            <a:off x="292346" y="1464635"/>
            <a:ext cx="2297324" cy="481964"/>
          </a:xfrm>
          <a:prstGeom prst="rect">
            <a:avLst/>
          </a:prstGeom>
          <a:noFill/>
          <a:ln w="12700" cap="flat" cmpd="sng">
            <a:noFill/>
            <a:prstDash val="solid"/>
            <a:miter/>
          </a:ln>
        </p:spPr>
        <p:txBody>
          <a:bodyPr vert="horz" wrap="non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600" b="1" i="0" u="none" strike="noStrike" kern="1200" cap="none" spc="0" baseline="0">
                <a:solidFill>
                  <a:schemeClr val="tx1"/>
                </a:solidFill>
                <a:latin typeface="Roboto" charset="0"/>
                <a:ea typeface="宋体" charset="0"/>
                <a:cs typeface="Century Gothic" charset="0"/>
              </a:rPr>
              <a:t>Model</a:t>
            </a:r>
            <a:r>
              <a:rPr lang="en-US" altLang="zh-CN" sz="2600" b="1" i="0" u="none" strike="noStrike" kern="1200" cap="none" spc="0" baseline="0">
                <a:solidFill>
                  <a:srgbClr val="0D0D0D"/>
                </a:solidFill>
                <a:latin typeface="Roboto" charset="0"/>
                <a:ea typeface="宋体" charset="0"/>
                <a:cs typeface="Century Gothic" charset="0"/>
              </a:rPr>
              <a:t> </a:t>
            </a:r>
            <a:r>
              <a:rPr lang="en-US" altLang="zh-CN" sz="2600" b="1" i="0" u="none" strike="noStrike" kern="1200" cap="none" spc="0" baseline="0">
                <a:solidFill>
                  <a:schemeClr val="tx1"/>
                </a:solidFill>
                <a:latin typeface="Roboto" charset="0"/>
                <a:ea typeface="宋体" charset="0"/>
                <a:cs typeface="Century Gothic" charset="0"/>
              </a:rPr>
              <a:t>Building:</a:t>
            </a:r>
            <a:endParaRPr lang="zh-CN" altLang="en-US" sz="2600" b="0" i="0" u="none" strike="noStrike" kern="1200" cap="none" spc="0" baseline="0">
              <a:solidFill>
                <a:schemeClr val="tx1"/>
              </a:solidFill>
              <a:latin typeface="Century Gothic" charset="0"/>
              <a:ea typeface="宋体" charset="0"/>
              <a:cs typeface="Century Gothic" charset="0"/>
            </a:endParaRPr>
          </a:p>
        </p:txBody>
      </p:sp>
      <p:sp>
        <p:nvSpPr>
          <p:cNvPr id="60" name="矩形"/>
          <p:cNvSpPr>
            <a:spLocks/>
          </p:cNvSpPr>
          <p:nvPr/>
        </p:nvSpPr>
        <p:spPr>
          <a:xfrm>
            <a:off x="589549" y="2269231"/>
            <a:ext cx="10672009" cy="977265"/>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000" b="0" i="0" u="none" strike="noStrike" kern="1200" cap="none" spc="0" baseline="0">
                <a:solidFill>
                  <a:schemeClr val="tx1"/>
                </a:solidFill>
                <a:latin typeface="Times New Roman" pitchFamily="18" charset="0"/>
                <a:ea typeface="宋体" charset="0"/>
                <a:cs typeface="Century Gothic" charset="0"/>
              </a:rPr>
              <a:t>      Model building is the process of selecting, training, and fine-tuning machine learning algorithms to predict employee attrition. This phase is critical as it transforms the data insights obtained from feature selection into a predictive framework that can generalize well to new, unseen data.</a:t>
            </a:r>
            <a:endParaRPr lang="zh-CN" altLang="en-US" sz="2000" b="0" i="0" u="none" strike="noStrike" kern="1200" cap="none" spc="0" baseline="0">
              <a:solidFill>
                <a:schemeClr val="tx1"/>
              </a:solidFill>
              <a:latin typeface="Century Gothic" charset="0"/>
              <a:ea typeface="宋体" charset="0"/>
              <a:cs typeface="Century Gothic" charset="0"/>
            </a:endParaRPr>
          </a:p>
        </p:txBody>
      </p:sp>
      <p:sp>
        <p:nvSpPr>
          <p:cNvPr id="61" name="矩形"/>
          <p:cNvSpPr>
            <a:spLocks/>
          </p:cNvSpPr>
          <p:nvPr/>
        </p:nvSpPr>
        <p:spPr>
          <a:xfrm>
            <a:off x="589549" y="3634117"/>
            <a:ext cx="1555089" cy="453390"/>
          </a:xfrm>
          <a:prstGeom prst="rect">
            <a:avLst/>
          </a:prstGeom>
          <a:noFill/>
          <a:ln w="12700" cap="flat" cmpd="sng">
            <a:noFill/>
            <a:prstDash val="solid"/>
            <a:miter/>
          </a:ln>
        </p:spPr>
        <p:txBody>
          <a:bodyPr vert="horz" wrap="non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400" b="1" i="0" u="none" strike="noStrike" kern="1200" cap="none" spc="0" baseline="0">
                <a:solidFill>
                  <a:schemeClr val="accent5"/>
                </a:solidFill>
                <a:latin typeface="Times New Roman" pitchFamily="18" charset="0"/>
                <a:ea typeface="宋体" charset="0"/>
                <a:cs typeface="Century Gothic" charset="0"/>
              </a:rPr>
              <a:t>Outcome:</a:t>
            </a:r>
            <a:r>
              <a:rPr lang="en-US" altLang="zh-CN" sz="1800" b="1" i="0" u="none" strike="noStrike" kern="1200" cap="none" spc="0" baseline="0">
                <a:solidFill>
                  <a:srgbClr val="0D0D0D"/>
                </a:solidFill>
                <a:latin typeface="Times New Roman" pitchFamily="18" charset="0"/>
                <a:ea typeface="宋体" charset="0"/>
                <a:cs typeface="Century Gothic" charset="0"/>
              </a:rPr>
              <a:t>:</a:t>
            </a:r>
            <a:endParaRPr lang="zh-CN" altLang="en-US" sz="1800" b="0" i="0" u="none" strike="noStrike" kern="1200" cap="none" spc="0" baseline="0">
              <a:solidFill>
                <a:schemeClr val="tx1"/>
              </a:solidFill>
              <a:latin typeface="Century Gothic" charset="0"/>
              <a:ea typeface="宋体" charset="0"/>
              <a:cs typeface="Century Gothic" charset="0"/>
            </a:endParaRPr>
          </a:p>
        </p:txBody>
      </p:sp>
      <p:sp>
        <p:nvSpPr>
          <p:cNvPr id="62" name="矩形"/>
          <p:cNvSpPr>
            <a:spLocks/>
          </p:cNvSpPr>
          <p:nvPr/>
        </p:nvSpPr>
        <p:spPr>
          <a:xfrm>
            <a:off x="721894" y="4445005"/>
            <a:ext cx="10635917" cy="977265"/>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000" b="0" i="0" u="none" strike="noStrike" kern="1200" cap="none" spc="0" baseline="0">
                <a:solidFill>
                  <a:schemeClr val="tx1"/>
                </a:solidFill>
                <a:latin typeface="Times New Roman" pitchFamily="18" charset="0"/>
                <a:ea typeface="宋体" charset="0"/>
                <a:cs typeface="Century Gothic" charset="0"/>
              </a:rPr>
              <a:t>      The model building phase culminates in a well-tuned predictive model capable of accurately forecasting employee attrition. This model can then be evaluated using unseen data to confirm its effectiveness before deployment in a real-world setting.</a:t>
            </a:r>
            <a:endParaRPr lang="zh-CN" altLang="en-US" sz="2000" b="0" i="0" u="none" strike="noStrike" kern="1200" cap="none" spc="0" baseline="0">
              <a:solidFill>
                <a:schemeClr val="tx1"/>
              </a:solidFill>
              <a:latin typeface="Century Gothic" charset="0"/>
              <a:ea typeface="宋体" charset="0"/>
              <a:cs typeface="Century Gothic" charset="0"/>
            </a:endParaRPr>
          </a:p>
        </p:txBody>
      </p:sp>
    </p:spTree>
    <p:extLst>
      <p:ext uri="{BB962C8B-B14F-4D97-AF65-F5344CB8AC3E}">
        <p14:creationId xmlns:p14="http://schemas.microsoft.com/office/powerpoint/2010/main" val="17309066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3" name="矩形"/>
          <p:cNvSpPr>
            <a:spLocks/>
          </p:cNvSpPr>
          <p:nvPr/>
        </p:nvSpPr>
        <p:spPr>
          <a:xfrm>
            <a:off x="96252" y="1138809"/>
            <a:ext cx="2693831" cy="634365"/>
          </a:xfrm>
          <a:prstGeom prst="rect">
            <a:avLst/>
          </a:prstGeom>
          <a:noFill/>
          <a:ln w="12700" cap="flat" cmpd="sng">
            <a:noFill/>
            <a:prstDash val="solid"/>
            <a:miter/>
          </a:ln>
        </p:spPr>
        <p:txBody>
          <a:bodyPr vert="horz" wrap="non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800" b="1" i="0" u="none" strike="noStrike" kern="1200" cap="none" spc="0" baseline="0">
                <a:solidFill>
                  <a:srgbClr val="0D0D0D"/>
                </a:solidFill>
                <a:latin typeface="Roboto" charset="0"/>
                <a:ea typeface="宋体" charset="0"/>
                <a:cs typeface="Century Gothic" charset="0"/>
              </a:rPr>
              <a:t> </a:t>
            </a:r>
            <a:r>
              <a:rPr lang="en-US" altLang="zh-CN" sz="2600" b="1" i="0" u="none" strike="noStrike" kern="1200" cap="none" spc="0" baseline="0">
                <a:solidFill>
                  <a:schemeClr val="tx1"/>
                </a:solidFill>
                <a:latin typeface="Roboto" charset="0"/>
                <a:ea typeface="宋体" charset="0"/>
                <a:cs typeface="Century Gothic" charset="0"/>
              </a:rPr>
              <a:t>Model</a:t>
            </a:r>
            <a:r>
              <a:rPr lang="en-US" altLang="zh-CN" sz="1800" b="1" i="0" u="none" strike="noStrike" kern="1200" cap="none" spc="0" baseline="0">
                <a:solidFill>
                  <a:srgbClr val="0D0D0D"/>
                </a:solidFill>
                <a:latin typeface="Roboto" charset="0"/>
                <a:ea typeface="宋体" charset="0"/>
                <a:cs typeface="Century Gothic" charset="0"/>
              </a:rPr>
              <a:t> </a:t>
            </a:r>
            <a:r>
              <a:rPr lang="en-US" altLang="zh-CN" sz="2600" b="1" i="0" u="none" strike="noStrike" kern="1200" cap="none" spc="0" baseline="0">
                <a:solidFill>
                  <a:schemeClr val="tx1"/>
                </a:solidFill>
                <a:latin typeface="Roboto" charset="0"/>
                <a:ea typeface="宋体" charset="0"/>
                <a:cs typeface="Century Gothic" charset="0"/>
              </a:rPr>
              <a:t>Evaluation</a:t>
            </a:r>
            <a:r>
              <a:rPr lang="en-US" altLang="zh-CN" sz="3600" b="1" i="0" u="none" strike="noStrike" kern="1200" cap="none" spc="0" baseline="0">
                <a:solidFill>
                  <a:schemeClr val="tx1"/>
                </a:solidFill>
                <a:latin typeface="Roboto" charset="0"/>
                <a:ea typeface="宋体" charset="0"/>
                <a:cs typeface="Century Gothic" charset="0"/>
              </a:rPr>
              <a:t>:</a:t>
            </a:r>
            <a:endParaRPr lang="zh-CN" altLang="en-US" sz="3600" b="0" i="0" u="none" strike="noStrike" kern="1200" cap="none" spc="0" baseline="0">
              <a:solidFill>
                <a:schemeClr val="tx1"/>
              </a:solidFill>
              <a:latin typeface="Century Gothic" charset="0"/>
              <a:ea typeface="宋体" charset="0"/>
              <a:cs typeface="Century Gothic" charset="0"/>
            </a:endParaRPr>
          </a:p>
        </p:txBody>
      </p:sp>
      <p:sp>
        <p:nvSpPr>
          <p:cNvPr id="64" name="矩形"/>
          <p:cNvSpPr>
            <a:spLocks/>
          </p:cNvSpPr>
          <p:nvPr/>
        </p:nvSpPr>
        <p:spPr>
          <a:xfrm>
            <a:off x="469232" y="2311478"/>
            <a:ext cx="11093114" cy="977264"/>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just" fontAlgn="base">
              <a:lnSpc>
                <a:spcPct val="100000"/>
              </a:lnSpc>
              <a:spcBef>
                <a:spcPts val="0"/>
              </a:spcBef>
              <a:spcAft>
                <a:spcPts val="1500"/>
              </a:spcAft>
              <a:buNone/>
            </a:pPr>
            <a:r>
              <a:rPr lang="en-US" altLang="zh-CN" sz="2000" b="0" i="0" u="none" strike="noStrike" kern="1200" cap="none" spc="0" baseline="0">
                <a:solidFill>
                  <a:schemeClr val="tx1"/>
                </a:solidFill>
                <a:latin typeface="Times New Roman" pitchFamily="18" charset="0"/>
                <a:ea typeface="宋体" charset="0"/>
                <a:cs typeface="Century Gothic" charset="0"/>
              </a:rPr>
              <a:t>       Model evaluation is the process of assessing how well the predictive model performs on new, unseen data. This step is crucial for understanding the model's generalizability and its practical utility in predicting employee attrition.</a:t>
            </a:r>
            <a:endParaRPr lang="zh-CN" altLang="en-US" sz="2000" b="0" i="0" u="none" strike="noStrike" kern="1200" cap="none" spc="0" baseline="0">
              <a:solidFill>
                <a:schemeClr val="tx1"/>
              </a:solidFill>
              <a:latin typeface="Times New Roman" pitchFamily="18" charset="0"/>
              <a:ea typeface="宋体" charset="0"/>
              <a:cs typeface="Century Gothic" charset="0"/>
            </a:endParaRPr>
          </a:p>
        </p:txBody>
      </p:sp>
      <p:sp>
        <p:nvSpPr>
          <p:cNvPr id="65" name="矩形"/>
          <p:cNvSpPr>
            <a:spLocks/>
          </p:cNvSpPr>
          <p:nvPr/>
        </p:nvSpPr>
        <p:spPr>
          <a:xfrm>
            <a:off x="469232" y="3653423"/>
            <a:ext cx="1555089" cy="453390"/>
          </a:xfrm>
          <a:prstGeom prst="rect">
            <a:avLst/>
          </a:prstGeom>
          <a:noFill/>
          <a:ln w="12700" cap="flat" cmpd="sng">
            <a:noFill/>
            <a:prstDash val="solid"/>
            <a:miter/>
          </a:ln>
        </p:spPr>
        <p:txBody>
          <a:bodyPr vert="horz" wrap="non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400" b="1" i="0" u="none" strike="noStrike" kern="1200" cap="none" spc="0" baseline="0">
                <a:solidFill>
                  <a:schemeClr val="accent5"/>
                </a:solidFill>
                <a:latin typeface="Times New Roman" pitchFamily="18" charset="0"/>
                <a:ea typeface="宋体" charset="0"/>
                <a:cs typeface="Century Gothic" charset="0"/>
              </a:rPr>
              <a:t>Outcome:</a:t>
            </a:r>
            <a:r>
              <a:rPr lang="en-US" altLang="zh-CN" sz="1800" b="1" i="0" u="none" strike="noStrike" kern="1200" cap="none" spc="0" baseline="0">
                <a:solidFill>
                  <a:srgbClr val="0D0D0D"/>
                </a:solidFill>
                <a:latin typeface="Times New Roman" pitchFamily="18" charset="0"/>
                <a:ea typeface="宋体" charset="0"/>
                <a:cs typeface="Century Gothic" charset="0"/>
              </a:rPr>
              <a:t>:</a:t>
            </a:r>
            <a:endParaRPr lang="zh-CN" altLang="en-US" sz="1800" b="0" i="0" u="none" strike="noStrike" kern="1200" cap="none" spc="0" baseline="0">
              <a:solidFill>
                <a:schemeClr val="tx1"/>
              </a:solidFill>
              <a:latin typeface="Century Gothic" charset="0"/>
              <a:ea typeface="宋体" charset="0"/>
              <a:cs typeface="Century Gothic" charset="0"/>
            </a:endParaRPr>
          </a:p>
        </p:txBody>
      </p:sp>
      <p:sp>
        <p:nvSpPr>
          <p:cNvPr id="66" name="矩形"/>
          <p:cNvSpPr>
            <a:spLocks/>
          </p:cNvSpPr>
          <p:nvPr/>
        </p:nvSpPr>
        <p:spPr>
          <a:xfrm>
            <a:off x="613611" y="4441372"/>
            <a:ext cx="11117177" cy="1272539"/>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just" fontAlgn="base">
              <a:lnSpc>
                <a:spcPct val="100000"/>
              </a:lnSpc>
              <a:spcBef>
                <a:spcPts val="1500"/>
              </a:spcBef>
              <a:spcAft>
                <a:spcPts val="0"/>
              </a:spcAft>
              <a:buNone/>
            </a:pPr>
            <a:r>
              <a:rPr lang="en-US" altLang="zh-CN" sz="2000" b="0" i="0" u="none" strike="noStrike" kern="1200" cap="none" spc="0" baseline="0">
                <a:solidFill>
                  <a:schemeClr val="tx1"/>
                </a:solidFill>
                <a:latin typeface="Times New Roman" pitchFamily="18" charset="0"/>
                <a:ea typeface="宋体" charset="0"/>
                <a:cs typeface="Century Gothic" charset="0"/>
              </a:rPr>
              <a:t>      The evaluation phase confirms that the selected model meets the desired performance criteria. A well-evaluated model provides confidence that it will perform effectively in a real-world setting, offering reliable predictions of employee attrition. This stage also identifies areas for further refinement and optimization to enhance model accuracy and robustness before deployment.</a:t>
            </a:r>
            <a:endParaRPr lang="zh-CN" altLang="en-US" sz="2000" b="0" i="0" u="none" strike="noStrike" kern="1200" cap="none" spc="0" baseline="0">
              <a:solidFill>
                <a:schemeClr val="tx1"/>
              </a:solidFill>
              <a:latin typeface="Times New Roman" pitchFamily="18" charset="0"/>
              <a:ea typeface="宋体" charset="0"/>
              <a:cs typeface="Century Gothic" charset="0"/>
            </a:endParaRPr>
          </a:p>
        </p:txBody>
      </p:sp>
    </p:spTree>
    <p:extLst>
      <p:ext uri="{BB962C8B-B14F-4D97-AF65-F5344CB8AC3E}">
        <p14:creationId xmlns:p14="http://schemas.microsoft.com/office/powerpoint/2010/main" val="8273462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7" name="矩形"/>
          <p:cNvSpPr>
            <a:spLocks/>
          </p:cNvSpPr>
          <p:nvPr/>
        </p:nvSpPr>
        <p:spPr>
          <a:xfrm>
            <a:off x="287590" y="1378463"/>
            <a:ext cx="4803394" cy="481964"/>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600" b="1" i="0" u="none" strike="noStrike" kern="1200" cap="none" spc="0" baseline="0">
                <a:solidFill>
                  <a:schemeClr val="tx1"/>
                </a:solidFill>
                <a:latin typeface="Times New Roman" pitchFamily="18" charset="0"/>
                <a:ea typeface="宋体" charset="0"/>
                <a:cs typeface="Century Gothic" charset="0"/>
              </a:rPr>
              <a:t>Model</a:t>
            </a:r>
            <a:r>
              <a:rPr lang="en-US" altLang="zh-CN" sz="2600" b="1" i="0" u="none" strike="noStrike" kern="1200" cap="none" spc="0" baseline="0">
                <a:solidFill>
                  <a:srgbClr val="0D0D0D"/>
                </a:solidFill>
                <a:latin typeface="Times New Roman" pitchFamily="18" charset="0"/>
                <a:ea typeface="宋体" charset="0"/>
                <a:cs typeface="Century Gothic" charset="0"/>
              </a:rPr>
              <a:t> </a:t>
            </a:r>
            <a:r>
              <a:rPr lang="en-US" altLang="zh-CN" sz="2600" b="1" i="0" u="none" strike="noStrike" kern="1200" cap="none" spc="0" baseline="0">
                <a:solidFill>
                  <a:schemeClr val="tx1"/>
                </a:solidFill>
                <a:latin typeface="Times New Roman" pitchFamily="18" charset="0"/>
                <a:ea typeface="宋体" charset="0"/>
                <a:cs typeface="Century Gothic" charset="0"/>
              </a:rPr>
              <a:t>Implementation:</a:t>
            </a:r>
            <a:endParaRPr lang="zh-CN" altLang="en-US" sz="2600" b="0" i="0" u="none" strike="noStrike" kern="1200" cap="none" spc="0" baseline="0">
              <a:solidFill>
                <a:schemeClr val="tx1"/>
              </a:solidFill>
              <a:latin typeface="Century Gothic" charset="0"/>
              <a:ea typeface="宋体" charset="0"/>
              <a:cs typeface="Century Gothic" charset="0"/>
            </a:endParaRPr>
          </a:p>
        </p:txBody>
      </p:sp>
      <p:sp>
        <p:nvSpPr>
          <p:cNvPr id="68" name="矩形"/>
          <p:cNvSpPr>
            <a:spLocks/>
          </p:cNvSpPr>
          <p:nvPr/>
        </p:nvSpPr>
        <p:spPr>
          <a:xfrm>
            <a:off x="395414" y="2371361"/>
            <a:ext cx="11380573" cy="977265"/>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just" fontAlgn="base">
              <a:lnSpc>
                <a:spcPct val="100000"/>
              </a:lnSpc>
              <a:spcBef>
                <a:spcPts val="0"/>
              </a:spcBef>
              <a:spcAft>
                <a:spcPts val="1500"/>
              </a:spcAft>
              <a:buNone/>
            </a:pPr>
            <a:r>
              <a:rPr lang="en-US" altLang="zh-CN" sz="2000" b="0" i="0" u="none" strike="noStrike" kern="1200" cap="none" spc="0" baseline="0">
                <a:solidFill>
                  <a:schemeClr val="tx1"/>
                </a:solidFill>
                <a:latin typeface="Times New Roman" pitchFamily="18" charset="0"/>
                <a:ea typeface="宋体" charset="0"/>
                <a:cs typeface="Century Gothic" charset="0"/>
              </a:rPr>
              <a:t>     Model implementation is the process of deploying the predictive model into a real-world environment where it can generate actionable insights to inform decision-making. This phase involves integrating the model into existing systems, monitoring its performance, and using its predictions to drive strategic actions.</a:t>
            </a:r>
            <a:endParaRPr lang="zh-CN" altLang="en-US" sz="2000" b="0" i="0" u="none" strike="noStrike" kern="1200" cap="none" spc="0" baseline="0">
              <a:solidFill>
                <a:schemeClr val="tx1"/>
              </a:solidFill>
              <a:latin typeface="Times New Roman" pitchFamily="18" charset="0"/>
              <a:ea typeface="宋体" charset="0"/>
              <a:cs typeface="Century Gothic" charset="0"/>
            </a:endParaRPr>
          </a:p>
        </p:txBody>
      </p:sp>
      <p:sp>
        <p:nvSpPr>
          <p:cNvPr id="69" name="矩形"/>
          <p:cNvSpPr>
            <a:spLocks/>
          </p:cNvSpPr>
          <p:nvPr/>
        </p:nvSpPr>
        <p:spPr>
          <a:xfrm>
            <a:off x="395414" y="3940654"/>
            <a:ext cx="1478965" cy="453390"/>
          </a:xfrm>
          <a:prstGeom prst="rect">
            <a:avLst/>
          </a:prstGeom>
          <a:noFill/>
          <a:ln w="12700" cap="flat" cmpd="sng">
            <a:noFill/>
            <a:prstDash val="solid"/>
            <a:miter/>
          </a:ln>
        </p:spPr>
        <p:txBody>
          <a:bodyPr vert="horz" wrap="non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400" b="1" i="0" u="none" strike="noStrike" kern="1200" cap="none" spc="0" baseline="0">
                <a:solidFill>
                  <a:schemeClr val="accent5"/>
                </a:solidFill>
                <a:latin typeface="Times New Roman" pitchFamily="18" charset="0"/>
                <a:ea typeface="宋体" charset="0"/>
                <a:cs typeface="Century Gothic" charset="0"/>
              </a:rPr>
              <a:t>Outcome:</a:t>
            </a:r>
            <a:endParaRPr lang="zh-CN" altLang="en-US" sz="1800" b="0" i="0" u="none" strike="noStrike" kern="1200" cap="none" spc="0" baseline="0">
              <a:solidFill>
                <a:schemeClr val="accent5"/>
              </a:solidFill>
              <a:latin typeface="Century Gothic" charset="0"/>
              <a:ea typeface="宋体" charset="0"/>
              <a:cs typeface="Century Gothic" charset="0"/>
            </a:endParaRPr>
          </a:p>
        </p:txBody>
      </p:sp>
      <p:sp>
        <p:nvSpPr>
          <p:cNvPr id="70" name="矩形"/>
          <p:cNvSpPr>
            <a:spLocks/>
          </p:cNvSpPr>
          <p:nvPr/>
        </p:nvSpPr>
        <p:spPr>
          <a:xfrm>
            <a:off x="551934" y="4528918"/>
            <a:ext cx="11224053" cy="1272539"/>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just" fontAlgn="base">
              <a:lnSpc>
                <a:spcPct val="100000"/>
              </a:lnSpc>
              <a:spcBef>
                <a:spcPts val="1500"/>
              </a:spcBef>
              <a:spcAft>
                <a:spcPts val="0"/>
              </a:spcAft>
              <a:buNone/>
            </a:pPr>
            <a:r>
              <a:rPr lang="en-US" altLang="zh-CN" sz="2000" b="0" i="0" u="none" strike="noStrike" kern="1200" cap="none" spc="0" baseline="0">
                <a:solidFill>
                  <a:schemeClr val="tx1"/>
                </a:solidFill>
                <a:latin typeface="Times New Roman" pitchFamily="18" charset="0"/>
                <a:ea typeface="宋体" charset="0"/>
                <a:cs typeface="Century Gothic" charset="0"/>
              </a:rPr>
              <a:t>The successful implementation of the predictive model transforms HR decision-making by providing actionable insights that improve employee retention. By proactively addressing attrition risks, the organization can enhance employee satisfaction, reduce turnover costs, and foster a more stable and engaged workforce.</a:t>
            </a:r>
            <a:endParaRPr lang="zh-CN" altLang="en-US" sz="2000" b="0" i="0" u="none" strike="noStrike" kern="1200" cap="none" spc="0" baseline="0">
              <a:solidFill>
                <a:schemeClr val="tx1"/>
              </a:solidFill>
              <a:latin typeface="Times New Roman" pitchFamily="18" charset="0"/>
              <a:ea typeface="宋体" charset="0"/>
              <a:cs typeface="Century Gothic" charset="0"/>
            </a:endParaRPr>
          </a:p>
        </p:txBody>
      </p:sp>
    </p:spTree>
    <p:extLst>
      <p:ext uri="{BB962C8B-B14F-4D97-AF65-F5344CB8AC3E}">
        <p14:creationId xmlns:p14="http://schemas.microsoft.com/office/powerpoint/2010/main" val="18413441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1" name="图片"/>
          <p:cNvPicPr>
            <a:picLocks noChangeAspect="1"/>
          </p:cNvPicPr>
          <p:nvPr/>
        </p:nvPicPr>
        <p:blipFill>
          <a:blip r:embed="rId2" cstate="print"/>
          <a:stretch>
            <a:fillRect/>
          </a:stretch>
        </p:blipFill>
        <p:spPr>
          <a:xfrm>
            <a:off x="696685" y="1857829"/>
            <a:ext cx="10769600" cy="4484915"/>
          </a:xfrm>
          <a:prstGeom prst="rect">
            <a:avLst/>
          </a:prstGeom>
          <a:noFill/>
          <a:ln w="12700" cap="flat" cmpd="sng">
            <a:noFill/>
            <a:prstDash val="solid"/>
            <a:miter/>
          </a:ln>
        </p:spPr>
      </p:pic>
      <p:sp>
        <p:nvSpPr>
          <p:cNvPr id="72" name="矩形"/>
          <p:cNvSpPr>
            <a:spLocks/>
          </p:cNvSpPr>
          <p:nvPr/>
        </p:nvSpPr>
        <p:spPr>
          <a:xfrm>
            <a:off x="126832" y="1154277"/>
            <a:ext cx="1704873" cy="481964"/>
          </a:xfrm>
          <a:prstGeom prst="rect">
            <a:avLst/>
          </a:prstGeom>
          <a:noFill/>
          <a:ln w="12700" cap="flat" cmpd="sng">
            <a:noFill/>
            <a:prstDash val="solid"/>
            <a:miter/>
          </a:ln>
        </p:spPr>
        <p:txBody>
          <a:bodyPr vert="horz" wrap="non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600" b="0" i="0" u="none" strike="noStrike" kern="1200" cap="none" spc="0" baseline="0">
                <a:solidFill>
                  <a:schemeClr val="tx1"/>
                </a:solidFill>
                <a:latin typeface="Times New Roman" pitchFamily="18" charset="0"/>
                <a:ea typeface="宋体" charset="0"/>
                <a:cs typeface="Century Gothic" charset="0"/>
              </a:rPr>
              <a:t>Screenshot</a:t>
            </a:r>
            <a:r>
              <a:rPr lang="en-US" altLang="zh-CN" sz="1800" b="0" i="0" u="none" strike="noStrike" kern="1200" cap="none" spc="0" baseline="0">
                <a:solidFill>
                  <a:schemeClr val="tx1"/>
                </a:solidFill>
                <a:latin typeface="Times New Roman" pitchFamily="18" charset="0"/>
                <a:ea typeface="宋体" charset="0"/>
                <a:cs typeface="Century Gothic" charset="0"/>
              </a:rPr>
              <a:t>:</a:t>
            </a:r>
            <a:endParaRPr lang="zh-CN" altLang="en-US" sz="1800" b="0" i="0" u="none" strike="noStrike" kern="1200" cap="none" spc="0" baseline="0">
              <a:solidFill>
                <a:schemeClr val="tx1"/>
              </a:solidFill>
              <a:latin typeface="Century Gothic" charset="0"/>
              <a:ea typeface="宋体" charset="0"/>
              <a:cs typeface="Century Gothic" charset="0"/>
            </a:endParaRPr>
          </a:p>
        </p:txBody>
      </p:sp>
    </p:spTree>
    <p:extLst>
      <p:ext uri="{BB962C8B-B14F-4D97-AF65-F5344CB8AC3E}">
        <p14:creationId xmlns:p14="http://schemas.microsoft.com/office/powerpoint/2010/main" val="15416054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矩形"/>
          <p:cNvSpPr>
            <a:spLocks/>
          </p:cNvSpPr>
          <p:nvPr/>
        </p:nvSpPr>
        <p:spPr>
          <a:xfrm>
            <a:off x="145479" y="1235061"/>
            <a:ext cx="1733118" cy="481964"/>
          </a:xfrm>
          <a:prstGeom prst="rect">
            <a:avLst/>
          </a:prstGeom>
          <a:noFill/>
          <a:ln w="12700" cap="flat" cmpd="sng">
            <a:noFill/>
            <a:prstDash val="solid"/>
            <a:miter/>
          </a:ln>
        </p:spPr>
        <p:txBody>
          <a:bodyPr vert="horz" wrap="non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600" b="0" i="0" u="none" strike="noStrike" kern="1200" cap="none" spc="0" baseline="0">
                <a:solidFill>
                  <a:schemeClr val="tx1"/>
                </a:solidFill>
                <a:latin typeface="Times New Roman" pitchFamily="18" charset="0"/>
                <a:ea typeface="宋体" charset="0"/>
                <a:cs typeface="Century Gothic" charset="0"/>
              </a:rPr>
              <a:t>Screenshot:</a:t>
            </a:r>
            <a:endParaRPr lang="zh-CN" altLang="en-US" sz="2600" b="0" i="0" u="none" strike="noStrike" kern="1200" cap="none" spc="0" baseline="0">
              <a:solidFill>
                <a:schemeClr val="tx1"/>
              </a:solidFill>
              <a:latin typeface="Century Gothic" charset="0"/>
              <a:ea typeface="宋体" charset="0"/>
              <a:cs typeface="Century Gothic" charset="0"/>
            </a:endParaRPr>
          </a:p>
        </p:txBody>
      </p:sp>
      <p:pic>
        <p:nvPicPr>
          <p:cNvPr id="74" name="图片"/>
          <p:cNvPicPr>
            <a:picLocks noChangeAspect="1"/>
          </p:cNvPicPr>
          <p:nvPr/>
        </p:nvPicPr>
        <p:blipFill>
          <a:blip r:embed="rId2" cstate="print"/>
          <a:stretch>
            <a:fillRect/>
          </a:stretch>
        </p:blipFill>
        <p:spPr>
          <a:xfrm>
            <a:off x="2166091" y="1727504"/>
            <a:ext cx="8096249" cy="4652962"/>
          </a:xfrm>
          <a:prstGeom prst="rect">
            <a:avLst/>
          </a:prstGeom>
          <a:noFill/>
          <a:ln w="12700" cap="flat" cmpd="sng">
            <a:noFill/>
            <a:prstDash val="solid"/>
            <a:miter/>
          </a:ln>
        </p:spPr>
      </p:pic>
    </p:spTree>
    <p:extLst>
      <p:ext uri="{BB962C8B-B14F-4D97-AF65-F5344CB8AC3E}">
        <p14:creationId xmlns:p14="http://schemas.microsoft.com/office/powerpoint/2010/main" val="6704045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5" name="图片"/>
          <p:cNvPicPr>
            <a:picLocks noChangeAspect="1"/>
          </p:cNvPicPr>
          <p:nvPr/>
        </p:nvPicPr>
        <p:blipFill>
          <a:blip r:embed="rId3" cstate="print"/>
          <a:stretch>
            <a:fillRect/>
          </a:stretch>
        </p:blipFill>
        <p:spPr>
          <a:xfrm>
            <a:off x="2042160" y="416560"/>
            <a:ext cx="9662160" cy="6055360"/>
          </a:xfrm>
          <a:prstGeom prst="rect">
            <a:avLst/>
          </a:prstGeom>
          <a:noFill/>
          <a:ln w="12700" cap="flat" cmpd="sng">
            <a:noFill/>
            <a:prstDash val="solid"/>
            <a:miter/>
          </a:ln>
        </p:spPr>
      </p:pic>
      <p:sp>
        <p:nvSpPr>
          <p:cNvPr id="76" name="矩形"/>
          <p:cNvSpPr>
            <a:spLocks/>
          </p:cNvSpPr>
          <p:nvPr/>
        </p:nvSpPr>
        <p:spPr>
          <a:xfrm>
            <a:off x="150438" y="1162872"/>
            <a:ext cx="1704873" cy="481965"/>
          </a:xfrm>
          <a:prstGeom prst="rect">
            <a:avLst/>
          </a:prstGeom>
          <a:noFill/>
          <a:ln w="12700" cap="flat" cmpd="sng">
            <a:noFill/>
            <a:prstDash val="solid"/>
            <a:miter/>
          </a:ln>
        </p:spPr>
        <p:txBody>
          <a:bodyPr vert="horz" wrap="non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600" b="0" i="0" u="none" strike="noStrike" kern="1200" cap="none" spc="0" baseline="0">
                <a:solidFill>
                  <a:schemeClr val="tx1"/>
                </a:solidFill>
                <a:latin typeface="Times New Roman" pitchFamily="18" charset="0"/>
                <a:ea typeface="宋体" charset="0"/>
                <a:cs typeface="Century Gothic" charset="0"/>
              </a:rPr>
              <a:t>Screenshot</a:t>
            </a:r>
            <a:r>
              <a:rPr lang="en-US" altLang="zh-CN" sz="1800" b="0" i="0" u="none" strike="noStrike" kern="1200" cap="none" spc="0" baseline="0">
                <a:solidFill>
                  <a:schemeClr val="tx1"/>
                </a:solidFill>
                <a:latin typeface="Times New Roman" pitchFamily="18" charset="0"/>
                <a:ea typeface="宋体" charset="0"/>
                <a:cs typeface="Century Gothic" charset="0"/>
              </a:rPr>
              <a:t>:</a:t>
            </a:r>
            <a:endParaRPr lang="zh-CN" altLang="en-US" sz="1800" b="0" i="0" u="none" strike="noStrike" kern="1200" cap="none" spc="0" baseline="0">
              <a:solidFill>
                <a:schemeClr val="tx1"/>
              </a:solidFill>
              <a:latin typeface="Century Gothic" charset="0"/>
              <a:ea typeface="宋体" charset="0"/>
              <a:cs typeface="Century Gothic" charset="0"/>
            </a:endParaRPr>
          </a:p>
        </p:txBody>
      </p:sp>
    </p:spTree>
    <p:extLst>
      <p:ext uri="{BB962C8B-B14F-4D97-AF65-F5344CB8AC3E}">
        <p14:creationId xmlns:p14="http://schemas.microsoft.com/office/powerpoint/2010/main" val="10983420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7" name="矩形"/>
          <p:cNvSpPr>
            <a:spLocks/>
          </p:cNvSpPr>
          <p:nvPr/>
        </p:nvSpPr>
        <p:spPr>
          <a:xfrm>
            <a:off x="445170" y="2341148"/>
            <a:ext cx="10696072" cy="1567814"/>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just" fontAlgn="base">
              <a:lnSpc>
                <a:spcPct val="100000"/>
              </a:lnSpc>
              <a:spcBef>
                <a:spcPts val="1500"/>
              </a:spcBef>
              <a:spcAft>
                <a:spcPts val="1500"/>
              </a:spcAft>
              <a:buNone/>
            </a:pPr>
            <a:r>
              <a:rPr lang="en-US" altLang="zh-CN" sz="2000" b="0" i="0" u="none" strike="noStrike" kern="1200" cap="none" spc="0" baseline="0">
                <a:solidFill>
                  <a:schemeClr val="tx1"/>
                </a:solidFill>
                <a:latin typeface="Times New Roman" pitchFamily="18" charset="0"/>
                <a:ea typeface="宋体" charset="0"/>
                <a:cs typeface="Century Gothic" charset="0"/>
              </a:rPr>
              <a:t>      The predictive model for employee attrition proved to be a valuable tool for the organization. It not only provided accurate predictions but also translated these predictions into actionable insights that significantly improved employee retention and engagement. The integration of data-driven decision-making into HR practices demonstrated the practical benefits of applying data science to organizational challenges.</a:t>
            </a:r>
            <a:endParaRPr lang="zh-CN" altLang="en-US" sz="2000" b="0" i="0" u="none" strike="noStrike" kern="1200" cap="none" spc="0" baseline="0">
              <a:solidFill>
                <a:schemeClr val="tx1"/>
              </a:solidFill>
              <a:latin typeface="Times New Roman" pitchFamily="18" charset="0"/>
              <a:ea typeface="宋体" charset="0"/>
              <a:cs typeface="Century Gothic" charset="0"/>
            </a:endParaRPr>
          </a:p>
        </p:txBody>
      </p:sp>
      <p:sp>
        <p:nvSpPr>
          <p:cNvPr id="78" name="矩形"/>
          <p:cNvSpPr>
            <a:spLocks/>
          </p:cNvSpPr>
          <p:nvPr/>
        </p:nvSpPr>
        <p:spPr>
          <a:xfrm>
            <a:off x="-1251284" y="1395663"/>
            <a:ext cx="5209450" cy="634365"/>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ctr">
              <a:lnSpc>
                <a:spcPct val="100000"/>
              </a:lnSpc>
              <a:spcBef>
                <a:spcPts val="0"/>
              </a:spcBef>
              <a:spcAft>
                <a:spcPts val="400"/>
              </a:spcAft>
              <a:buNone/>
            </a:pPr>
            <a:r>
              <a:rPr lang="en-US" altLang="zh-CN" sz="2600" b="1" i="0" u="none" strike="noStrike" kern="1200" cap="none" spc="0" baseline="0">
                <a:solidFill>
                  <a:schemeClr val="tx1"/>
                </a:solidFill>
                <a:latin typeface="Roboto" charset="0"/>
                <a:ea typeface="宋体" charset="0"/>
                <a:cs typeface="Century Gothic" charset="0"/>
              </a:rPr>
              <a:t>Results</a:t>
            </a:r>
            <a:r>
              <a:rPr lang="en-US" altLang="zh-CN" sz="3600" b="1" i="0" u="none" strike="noStrike" kern="1200" cap="none" spc="0" baseline="0">
                <a:solidFill>
                  <a:schemeClr val="tx1"/>
                </a:solidFill>
                <a:latin typeface="Roboto" charset="0"/>
                <a:ea typeface="宋体" charset="0"/>
                <a:cs typeface="Century Gothic" charset="0"/>
              </a:rPr>
              <a:t>:</a:t>
            </a:r>
            <a:endParaRPr lang="zh-CN" altLang="en-US" sz="3600" b="1" i="0" u="none" strike="noStrike" kern="1200" cap="none" spc="0" baseline="0">
              <a:solidFill>
                <a:schemeClr val="tx1"/>
              </a:solidFill>
              <a:latin typeface="Century Gothic" charset="0"/>
              <a:ea typeface="宋体" charset="0"/>
              <a:cs typeface="Century Gothic" charset="0"/>
            </a:endParaRPr>
          </a:p>
        </p:txBody>
      </p:sp>
    </p:spTree>
    <p:extLst>
      <p:ext uri="{BB962C8B-B14F-4D97-AF65-F5344CB8AC3E}">
        <p14:creationId xmlns:p14="http://schemas.microsoft.com/office/powerpoint/2010/main" val="12025917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9" name="矩形"/>
          <p:cNvSpPr>
            <a:spLocks/>
          </p:cNvSpPr>
          <p:nvPr/>
        </p:nvSpPr>
        <p:spPr>
          <a:xfrm>
            <a:off x="724582" y="1355376"/>
            <a:ext cx="1815405" cy="634365"/>
          </a:xfrm>
          <a:prstGeom prst="rect">
            <a:avLst/>
          </a:prstGeom>
          <a:noFill/>
          <a:ln w="12700" cap="flat" cmpd="sng">
            <a:noFill/>
            <a:prstDash val="solid"/>
            <a:miter/>
          </a:ln>
        </p:spPr>
        <p:txBody>
          <a:bodyPr vert="horz" wrap="none" lIns="91440" tIns="45720" rIns="91440" bIns="45720" anchor="t" anchorCtr="0">
            <a:prstTxWarp prst="textNoShape">
              <a:avLst/>
            </a:prstTxWarp>
            <a:spAutoFit/>
          </a:bodyPr>
          <a:lstStyle/>
          <a:p>
            <a:pPr marL="0" indent="0" algn="ctr">
              <a:lnSpc>
                <a:spcPct val="100000"/>
              </a:lnSpc>
              <a:spcBef>
                <a:spcPts val="0"/>
              </a:spcBef>
              <a:spcAft>
                <a:spcPts val="400"/>
              </a:spcAft>
              <a:buNone/>
            </a:pPr>
            <a:r>
              <a:rPr lang="en-US" altLang="zh-CN" sz="2600" b="1" i="0" u="none" strike="noStrike" kern="1200" cap="none" spc="0" baseline="0">
                <a:solidFill>
                  <a:schemeClr val="tx1"/>
                </a:solidFill>
                <a:latin typeface="Roboto" charset="0"/>
                <a:ea typeface="宋体" charset="0"/>
                <a:cs typeface="Century Gothic" charset="0"/>
              </a:rPr>
              <a:t>Conclusion</a:t>
            </a:r>
            <a:r>
              <a:rPr lang="en-US" altLang="zh-CN" sz="3600" b="1" i="0" u="none" strike="noStrike" kern="1200" cap="none" spc="0" baseline="0">
                <a:solidFill>
                  <a:schemeClr val="tx1"/>
                </a:solidFill>
                <a:latin typeface="Roboto" charset="0"/>
                <a:ea typeface="宋体" charset="0"/>
                <a:cs typeface="Century Gothic" charset="0"/>
              </a:rPr>
              <a:t>:</a:t>
            </a:r>
            <a:endParaRPr lang="zh-CN" altLang="en-US" sz="3600" b="1" i="0" u="none" strike="noStrike" kern="1200" cap="none" spc="0" baseline="0">
              <a:solidFill>
                <a:schemeClr val="tx1"/>
              </a:solidFill>
              <a:latin typeface="Century Gothic" charset="0"/>
              <a:ea typeface="宋体" charset="0"/>
              <a:cs typeface="Century Gothic" charset="0"/>
            </a:endParaRPr>
          </a:p>
        </p:txBody>
      </p:sp>
      <p:sp>
        <p:nvSpPr>
          <p:cNvPr id="80" name="矩形"/>
          <p:cNvSpPr>
            <a:spLocks/>
          </p:cNvSpPr>
          <p:nvPr/>
        </p:nvSpPr>
        <p:spPr>
          <a:xfrm>
            <a:off x="649704" y="2311205"/>
            <a:ext cx="10684041" cy="127254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000" b="0" i="0" u="none" strike="noStrike" kern="1200" cap="none" spc="0" baseline="0">
                <a:solidFill>
                  <a:schemeClr val="tx1"/>
                </a:solidFill>
                <a:latin typeface="Times New Roman" pitchFamily="18" charset="0"/>
                <a:ea typeface="宋体" charset="0"/>
                <a:cs typeface="Century Gothic" charset="0"/>
              </a:rPr>
              <a:t>        The project successfully demonstrated how data science can transform HR practices, providing actionable insights that lead to tangible improvements in employee retention and organizational efficiency. By embracing advanced analytics, the organization has taken a significant step towards building a more engaged and stable workforce.</a:t>
            </a:r>
            <a:endParaRPr lang="zh-CN" altLang="en-US" sz="2000" b="0" i="0" u="none" strike="noStrike" kern="1200" cap="none" spc="0" baseline="0">
              <a:solidFill>
                <a:schemeClr val="tx1"/>
              </a:solidFill>
              <a:latin typeface="Century Gothic" charset="0"/>
              <a:ea typeface="宋体" charset="0"/>
              <a:cs typeface="Century Gothic" charset="0"/>
            </a:endParaRPr>
          </a:p>
        </p:txBody>
      </p:sp>
    </p:spTree>
    <p:extLst>
      <p:ext uri="{BB962C8B-B14F-4D97-AF65-F5344CB8AC3E}">
        <p14:creationId xmlns:p14="http://schemas.microsoft.com/office/powerpoint/2010/main" val="4833847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 name="矩形" descr="just a munna bhaiya appreciation tweet ..."/>
          <p:cNvSpPr>
            <a:spLocks noChangeAspect="1"/>
          </p:cNvSpPr>
          <p:nvPr/>
        </p:nvSpPr>
        <p:spPr>
          <a:xfrm>
            <a:off x="155575" y="-144463"/>
            <a:ext cx="304800" cy="304800"/>
          </a:xfrm>
          <a:prstGeom prst="rect">
            <a:avLst/>
          </a:prstGeom>
          <a:noFill/>
          <a:ln w="12700" cap="flat" cmpd="sng">
            <a:noFill/>
            <a:prstDash val="solid"/>
            <a:miter/>
          </a:ln>
        </p:spPr>
      </p:sp>
      <p:sp>
        <p:nvSpPr>
          <p:cNvPr id="82" name="矩形" descr="just a munna bhaiya appreciation tweet ..."/>
          <p:cNvSpPr>
            <a:spLocks noChangeAspect="1"/>
          </p:cNvSpPr>
          <p:nvPr/>
        </p:nvSpPr>
        <p:spPr>
          <a:xfrm>
            <a:off x="307975" y="7937"/>
            <a:ext cx="6862846" cy="6116137"/>
          </a:xfrm>
          <a:prstGeom prst="rect">
            <a:avLst/>
          </a:prstGeom>
          <a:noFill/>
          <a:ln w="12700" cap="flat" cmpd="sng">
            <a:noFill/>
            <a:prstDash val="solid"/>
            <a:miter/>
          </a:ln>
        </p:spPr>
      </p:sp>
      <p:pic>
        <p:nvPicPr>
          <p:cNvPr id="83" name="图片" descr="Thank You Text PNG"/>
          <p:cNvPicPr>
            <a:picLocks noChangeAspect="1"/>
          </p:cNvPicPr>
          <p:nvPr/>
        </p:nvPicPr>
        <p:blipFill>
          <a:blip r:embed="rId2" cstate="print"/>
          <a:stretch>
            <a:fillRect/>
          </a:stretch>
        </p:blipFill>
        <p:spPr>
          <a:xfrm>
            <a:off x="2448831" y="2054086"/>
            <a:ext cx="7010399" cy="2952751"/>
          </a:xfrm>
          <a:prstGeom prst="rect">
            <a:avLst/>
          </a:prstGeom>
          <a:noFill/>
          <a:ln w="12700" cap="flat" cmpd="sng">
            <a:noFill/>
            <a:prstDash val="solid"/>
            <a:miter/>
          </a:ln>
        </p:spPr>
      </p:pic>
    </p:spTree>
    <p:extLst>
      <p:ext uri="{BB962C8B-B14F-4D97-AF65-F5344CB8AC3E}">
        <p14:creationId xmlns:p14="http://schemas.microsoft.com/office/powerpoint/2010/main" val="1984982376"/>
      </p:ext>
    </p:extLst>
  </p:cSld>
  <p:clrMapOvr>
    <a:masterClrMapping/>
  </p:clrMapOvr>
</p:sld>
</file>

<file path=ppt/theme/theme1.xml><?xml version="1.0" encoding="utf-8"?>
<a:theme xmlns:a="http://schemas.openxmlformats.org/drawingml/2006/main" name="Vapor Trail">
  <a:themeElements>
    <a:clrScheme name="Vapor Trail">
      <a:dk1>
        <a:srgbClr val="FFFFFF"/>
      </a:dk1>
      <a:lt1>
        <a:srgbClr val="000000"/>
      </a:lt1>
      <a:dk2>
        <a:srgbClr val="DADADA"/>
      </a:dk2>
      <a:lt2>
        <a:srgbClr val="454545"/>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
        <a:ea typeface=""/>
        <a:cs typeface=""/>
      </a:majorFont>
      <a:minorFont>
        <a:latin typeface=""/>
        <a:ea typeface=""/>
        <a:cs typeface=""/>
      </a:minorFont>
    </a:fontScheme>
    <a:fmtScheme name="Vapor Trail">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Normal.eit</Template>
  <TotalTime>282</TotalTime>
  <Words>1278</Words>
  <Application>Microsoft Office PowerPoint</Application>
  <PresentationFormat>Widescreen</PresentationFormat>
  <Paragraphs>93</Paragraphs>
  <Slides>19</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Arial</vt:lpstr>
      <vt:lpstr>Calibri</vt:lpstr>
      <vt:lpstr>Century Gothic</vt:lpstr>
      <vt:lpstr>Droid Sans</vt:lpstr>
      <vt:lpstr>Roboto</vt:lpstr>
      <vt:lpstr>Times New Roman</vt:lpstr>
      <vt:lpstr>Wingdings</vt:lpstr>
      <vt:lpstr>Vapor Trail</vt:lpstr>
      <vt:lpstr>Employee Attrition Prediction Model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Employee Attrition Prediction Model</dc:title>
  <dc:creator>Imran</dc:creator>
  <cp:lastModifiedBy>subhanibasha shaik</cp:lastModifiedBy>
  <cp:revision>31</cp:revision>
  <dcterms:created xsi:type="dcterms:W3CDTF">2024-07-03T05:43:42Z</dcterms:created>
  <dcterms:modified xsi:type="dcterms:W3CDTF">2025-08-16T04:30:02Z</dcterms:modified>
</cp:coreProperties>
</file>